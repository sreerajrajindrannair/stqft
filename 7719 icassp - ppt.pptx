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10961" r:id="rId2"/>
    <p:sldId id="10929" r:id="rId3"/>
    <p:sldId id="10956" r:id="rId4"/>
    <p:sldId id="348" r:id="rId5"/>
    <p:sldId id="10951" r:id="rId6"/>
    <p:sldId id="11000" r:id="rId7"/>
    <p:sldId id="10980" r:id="rId8"/>
    <p:sldId id="10988" r:id="rId9"/>
    <p:sldId id="10964" r:id="rId10"/>
    <p:sldId id="10970" r:id="rId11"/>
    <p:sldId id="10968" r:id="rId12"/>
    <p:sldId id="10965" r:id="rId13"/>
    <p:sldId id="10989" r:id="rId14"/>
    <p:sldId id="10972" r:id="rId15"/>
    <p:sldId id="10985" r:id="rId16"/>
    <p:sldId id="10999" r:id="rId17"/>
    <p:sldId id="10986" r:id="rId18"/>
    <p:sldId id="10990" r:id="rId19"/>
    <p:sldId id="10987" r:id="rId20"/>
    <p:sldId id="10984" r:id="rId21"/>
    <p:sldId id="10983" r:id="rId22"/>
    <p:sldId id="10995" r:id="rId23"/>
    <p:sldId id="10997" r:id="rId24"/>
    <p:sldId id="10992" r:id="rId25"/>
    <p:sldId id="27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search intern Mid way presentation" id="{3351A22F-C79C-45BA-96F2-796E59DB74CE}">
          <p14:sldIdLst>
            <p14:sldId id="10961"/>
            <p14:sldId id="10929"/>
            <p14:sldId id="10956"/>
            <p14:sldId id="348"/>
            <p14:sldId id="10951"/>
            <p14:sldId id="11000"/>
            <p14:sldId id="10980"/>
            <p14:sldId id="10988"/>
            <p14:sldId id="10964"/>
            <p14:sldId id="10970"/>
            <p14:sldId id="10968"/>
            <p14:sldId id="10965"/>
            <p14:sldId id="10989"/>
            <p14:sldId id="10972"/>
            <p14:sldId id="10985"/>
            <p14:sldId id="10999"/>
            <p14:sldId id="10986"/>
            <p14:sldId id="10990"/>
            <p14:sldId id="10987"/>
            <p14:sldId id="10984"/>
            <p14:sldId id="10983"/>
            <p14:sldId id="10995"/>
            <p14:sldId id="10997"/>
            <p14:sldId id="10992"/>
            <p14:sldId id="270"/>
          </p14:sldIdLst>
        </p14:section>
      </p14:sectionLst>
    </p:ext>
    <p:ext uri="{EFAFB233-063F-42B5-8137-9DF3F51BA10A}">
      <p15:sldGuideLst xmlns:p15="http://schemas.microsoft.com/office/powerpoint/2012/main">
        <p15:guide id="2" pos="1224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7836682-0C11-27AC-3517-8393218A3C57}" name="Battson, Niall" initials="BN" userId="Battson, Niall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'Neill, Liz" initials="OL" lastIdx="15" clrIdx="0">
    <p:extLst>
      <p:ext uri="{19B8F6BF-5375-455C-9EA6-DF929625EA0E}">
        <p15:presenceInfo xmlns:p15="http://schemas.microsoft.com/office/powerpoint/2012/main" userId="S::lonei@dolby.com::73c86b07-6137-4784-9e8c-33b2e8c6a9c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1313"/>
    <a:srgbClr val="F7F7F7"/>
    <a:srgbClr val="F2F2F2"/>
    <a:srgbClr val="B94844"/>
    <a:srgbClr val="E99392"/>
    <a:srgbClr val="E5E3E9"/>
    <a:srgbClr val="D4D4D4"/>
    <a:srgbClr val="008000"/>
    <a:srgbClr val="05B4E6"/>
    <a:srgbClr val="FFFFFF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60F8704-076C-47E3-8B64-BA5440797084}">
  <a:tblStyle styleId="{C60F8704-076C-47E3-8B64-BA5440797084}" styleName="Dolby Table Style 1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rgbClr val="FFFFFF"/>
              </a:solidFill>
            </a:ln>
          </a:left>
          <a:right>
            <a:ln w="0" cmpd="sng">
              <a:solidFill>
                <a:srgbClr val="FFFFFF"/>
              </a:solidFill>
            </a:ln>
          </a:right>
          <a:top>
            <a:ln w="25400" cmpd="sng">
              <a:solidFill>
                <a:srgbClr val="6C6C6C"/>
              </a:solidFill>
            </a:ln>
          </a:top>
          <a:bottom>
            <a:ln w="25400" cmpd="sng">
              <a:solidFill>
                <a:srgbClr val="6C6C6C"/>
              </a:solidFill>
            </a:ln>
          </a:bottom>
          <a:insideH>
            <a:ln w="25400" cmpd="sng">
              <a:solidFill>
                <a:srgbClr val="F1F4F6"/>
              </a:solidFill>
            </a:ln>
          </a:insideH>
          <a:insideV>
            <a:ln w="0" cmpd="sng">
              <a:solidFill>
                <a:srgbClr val="FFFFFF"/>
              </a:solidFill>
            </a:ln>
          </a:insideV>
        </a:tcBdr>
        <a:fill>
          <a:noFill/>
        </a:fill>
      </a:tcStyle>
    </a:wholeTbl>
    <a:band2H>
      <a:tcTxStyle>
        <a:fontRef idx="minor">
          <a:prstClr val="black"/>
        </a:fontRef>
        <a:schemeClr val="dk1"/>
      </a:tcTxStyle>
      <a:tcStyle>
        <a:tcBdr/>
        <a:fill>
          <a:solidFill>
            <a:srgbClr val="F1F4F6"/>
          </a:solidFill>
        </a:fill>
      </a:tcStyle>
    </a:band2H>
    <a:band2V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rgbClr val="FFFFFF"/>
              </a:solidFill>
            </a:ln>
          </a:left>
          <a:right>
            <a:ln w="0" cmpd="sng">
              <a:solidFill>
                <a:srgbClr val="FFFFFF"/>
              </a:solidFill>
            </a:ln>
          </a:right>
          <a:top>
            <a:ln w="25400" cmpd="sng">
              <a:solidFill>
                <a:srgbClr val="6C6C6C"/>
              </a:solidFill>
            </a:ln>
          </a:top>
          <a:bottom>
            <a:ln w="25400" cmpd="sng">
              <a:solidFill>
                <a:srgbClr val="6C6C6C"/>
              </a:solidFill>
            </a:ln>
          </a:bottom>
          <a:insideH>
            <a:ln w="0" cmpd="sng">
              <a:solidFill>
                <a:srgbClr val="FFFFFF"/>
              </a:solidFill>
            </a:ln>
          </a:insideH>
          <a:insideV>
            <a:ln w="0" cmpd="sng">
              <a:solidFill>
                <a:srgbClr val="FFFFFF"/>
              </a:solidFill>
            </a:ln>
          </a:insideV>
        </a:tcBdr>
        <a:fill>
          <a:solidFill>
            <a:srgbClr val="F1F4F6"/>
          </a:solidFill>
        </a:fill>
      </a:tcStyle>
    </a:band2V>
    <a:lastCo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rgbClr val="FFFFFF"/>
              </a:solidFill>
            </a:ln>
          </a:left>
          <a:right>
            <a:ln w="0" cmpd="sng">
              <a:solidFill>
                <a:srgbClr val="FFFFFF"/>
              </a:solidFill>
            </a:ln>
          </a:right>
          <a:top>
            <a:ln w="25400" cmpd="sng">
              <a:solidFill>
                <a:srgbClr val="6C6C6C"/>
              </a:solidFill>
            </a:ln>
          </a:top>
          <a:bottom>
            <a:ln w="25400" cmpd="sng">
              <a:solidFill>
                <a:srgbClr val="6C6C6C"/>
              </a:solidFill>
            </a:ln>
          </a:bottom>
          <a:insideH>
            <a:ln w="0" cmpd="sng">
              <a:solidFill>
                <a:srgbClr val="FFFFFF"/>
              </a:solidFill>
            </a:ln>
          </a:insideH>
          <a:insideV>
            <a:ln w="0" cmpd="sng">
              <a:solidFill>
                <a:srgbClr val="FFFFFF"/>
              </a:solidFill>
            </a:ln>
          </a:insideV>
        </a:tcBdr>
        <a:fill>
          <a:solidFill>
            <a:srgbClr val="F1F4F6"/>
          </a:solidFill>
        </a:fill>
      </a:tcStyle>
    </a:lastCol>
    <a:firstCo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rgbClr val="FFFFFF"/>
              </a:solidFill>
            </a:ln>
          </a:left>
          <a:right>
            <a:ln w="0" cmpd="sng">
              <a:solidFill>
                <a:srgbClr val="FFFFFF"/>
              </a:solidFill>
            </a:ln>
          </a:right>
          <a:top>
            <a:ln w="25400" cmpd="sng">
              <a:solidFill>
                <a:srgbClr val="6C6C6C"/>
              </a:solidFill>
            </a:ln>
          </a:top>
          <a:bottom>
            <a:ln w="25400" cmpd="sng">
              <a:solidFill>
                <a:srgbClr val="6C6C6C"/>
              </a:solidFill>
            </a:ln>
          </a:bottom>
          <a:insideH>
            <a:ln w="0" cmpd="sng">
              <a:solidFill>
                <a:srgbClr val="FFFFFF"/>
              </a:solidFill>
            </a:ln>
          </a:insideH>
          <a:insideV>
            <a:ln w="0" cmpd="sng">
              <a:solidFill>
                <a:srgbClr val="FFFFFF"/>
              </a:solidFill>
            </a:ln>
          </a:insideV>
        </a:tcBdr>
        <a:fill>
          <a:solidFill>
            <a:srgbClr val="F1F4F6"/>
          </a:solidFill>
        </a:fill>
      </a:tcStyle>
    </a:firstCol>
    <a:lastRow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rgbClr val="FFFFFF"/>
              </a:solidFill>
            </a:ln>
          </a:left>
          <a:right>
            <a:ln w="0" cmpd="sng">
              <a:solidFill>
                <a:srgbClr val="FFFFFF"/>
              </a:solidFill>
            </a:ln>
          </a:right>
          <a:top>
            <a:ln w="25400" cmpd="sng">
              <a:solidFill>
                <a:srgbClr val="6C6C6C"/>
              </a:solidFill>
            </a:ln>
          </a:top>
          <a:bottom>
            <a:ln w="25400" cmpd="sng">
              <a:solidFill>
                <a:srgbClr val="6C6C6C"/>
              </a:solidFill>
            </a:ln>
          </a:bottom>
          <a:insideH>
            <a:ln w="0" cmpd="sng">
              <a:solidFill>
                <a:srgbClr val="FFFFFF"/>
              </a:solidFill>
            </a:ln>
          </a:insideH>
          <a:insideV>
            <a:ln w="0" cmpd="sng">
              <a:solidFill>
                <a:srgbClr val="FFFFFF"/>
              </a:solidFill>
            </a:ln>
          </a:insideV>
        </a:tcBdr>
        <a:fill>
          <a:noFill/>
        </a:fill>
      </a:tcStyle>
    </a:lastRow>
    <a:firstRow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rgbClr val="FFFFFF"/>
              </a:solidFill>
            </a:ln>
          </a:left>
          <a:right>
            <a:ln w="0" cmpd="sng">
              <a:solidFill>
                <a:srgbClr val="FFFFFF"/>
              </a:solidFill>
            </a:ln>
          </a:right>
          <a:top>
            <a:ln w="0" cmpd="sng">
              <a:solidFill>
                <a:srgbClr val="FFFFFF"/>
              </a:solidFill>
            </a:ln>
          </a:top>
          <a:bottom>
            <a:ln w="25400" cmpd="sng">
              <a:solidFill>
                <a:srgbClr val="6C6C6C"/>
              </a:solidFill>
            </a:ln>
          </a:bottom>
          <a:insideH>
            <a:ln w="0" cmpd="sng">
              <a:solidFill>
                <a:srgbClr val="FFFFFF"/>
              </a:solidFill>
            </a:ln>
          </a:insideH>
          <a:insideV>
            <a:ln w="0" cmpd="sng">
              <a:solidFill>
                <a:srgbClr val="FFFFFF"/>
              </a:solidFill>
            </a:ln>
          </a:insideV>
        </a:tcBdr>
        <a:fill>
          <a:noFill/>
        </a:fill>
      </a:tcStyle>
    </a:firstRow>
  </a:tblStyle>
  <a:tblStyle styleId="{BB0DF968-6A24-4916-8FE5-3B83F5BD9B39}" styleName="Dolby Calendar Style Single Row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rgbClr val="FFFFFF"/>
              </a:solidFill>
            </a:ln>
          </a:left>
          <a:right>
            <a:ln w="0" cmpd="sng">
              <a:solidFill>
                <a:srgbClr val="FFFFFF"/>
              </a:solidFill>
            </a:ln>
          </a:right>
          <a:top>
            <a:ln w="25400" cmpd="sng">
              <a:solidFill>
                <a:srgbClr val="F1F4F6"/>
              </a:solidFill>
            </a:ln>
          </a:top>
          <a:bottom>
            <a:ln w="0" cmpd="sng">
              <a:solidFill>
                <a:srgbClr val="FFFFFF"/>
              </a:solidFill>
            </a:ln>
          </a:bottom>
          <a:insideH>
            <a:ln w="0" cmpd="sng">
              <a:solidFill>
                <a:srgbClr val="FFFFFF"/>
              </a:solidFill>
            </a:ln>
          </a:insideH>
          <a:insideV>
            <a:ln w="0" cmpd="sng">
              <a:solidFill>
                <a:srgbClr val="FFFFFF"/>
              </a:solidFill>
            </a:ln>
          </a:insideV>
        </a:tcBdr>
        <a:fill>
          <a:noFill/>
        </a:fill>
      </a:tcStyle>
    </a:wholeTbl>
    <a:band2V>
      <a:tcTxStyle>
        <a:fontRef idx="minor">
          <a:prstClr val="black"/>
        </a:fontRef>
        <a:schemeClr val="dk1"/>
      </a:tcTxStyle>
      <a:tcStyle>
        <a:tcBdr>
          <a:left>
            <a:ln w="25400" cmpd="sng">
              <a:solidFill>
                <a:srgbClr val="6C6C6C"/>
              </a:solidFill>
            </a:ln>
          </a:left>
          <a:right>
            <a:ln w="25400" cmpd="sng">
              <a:solidFill>
                <a:srgbClr val="6C6C6C"/>
              </a:solidFill>
            </a:ln>
          </a:right>
        </a:tcBdr>
        <a:fill>
          <a:gradFill>
            <a:gsLst>
              <a:gs pos="0">
                <a:srgbClr val="F1F4F6"/>
              </a:gs>
              <a:gs pos="100000">
                <a:srgbClr val="FFFFFF"/>
              </a:gs>
            </a:gsLst>
            <a:lin ang="5400000" scaled="0"/>
          </a:gradFill>
        </a:fill>
      </a:tcStyle>
    </a:band2V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53" autoAdjust="0"/>
    <p:restoredTop sz="96966" autoAdjust="0"/>
  </p:normalViewPr>
  <p:slideViewPr>
    <p:cSldViewPr snapToGrid="0" snapToObjects="1" showGuides="1">
      <p:cViewPr varScale="1">
        <p:scale>
          <a:sx n="97" d="100"/>
          <a:sy n="97" d="100"/>
        </p:scale>
        <p:origin x="312" y="72"/>
      </p:cViewPr>
      <p:guideLst>
        <p:guide pos="1224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90" d="100"/>
        <a:sy n="90" d="100"/>
      </p:scale>
      <p:origin x="0" y="0"/>
    </p:cViewPr>
  </p:notesTextViewPr>
  <p:sorterViewPr>
    <p:cViewPr varScale="1">
      <p:scale>
        <a:sx n="1" d="1"/>
        <a:sy n="1" d="1"/>
      </p:scale>
      <p:origin x="0" y="-107"/>
    </p:cViewPr>
  </p:sorterViewPr>
  <p:notesViewPr>
    <p:cSldViewPr snapToGrid="0" snapToObjects="1" showGuides="1">
      <p:cViewPr varScale="1">
        <p:scale>
          <a:sx n="74" d="100"/>
          <a:sy n="74" d="100"/>
        </p:scale>
        <p:origin x="3408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5" Type="http://schemas.microsoft.com/office/2018/10/relationships/authors" Target="author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eeraj Rajindran Nair" userId="dd568498-5f53-4ad2-850e-ab24a96e9ae2" providerId="ADAL" clId="{D9997A00-8C6B-4705-90D2-382713A1411B}"/>
    <pc:docChg chg="undo custSel addSld delSld modSld modSection">
      <pc:chgData name="Sreeraj Rajindran Nair" userId="dd568498-5f53-4ad2-850e-ab24a96e9ae2" providerId="ADAL" clId="{D9997A00-8C6B-4705-90D2-382713A1411B}" dt="2025-03-31T12:11:27.864" v="40" actId="732"/>
      <pc:docMkLst>
        <pc:docMk/>
      </pc:docMkLst>
      <pc:sldChg chg="delSp mod delAnim">
        <pc:chgData name="Sreeraj Rajindran Nair" userId="dd568498-5f53-4ad2-850e-ab24a96e9ae2" providerId="ADAL" clId="{D9997A00-8C6B-4705-90D2-382713A1411B}" dt="2025-03-17T07:07:43.846" v="0" actId="478"/>
        <pc:sldMkLst>
          <pc:docMk/>
          <pc:sldMk cId="1111191655" sldId="10961"/>
        </pc:sldMkLst>
      </pc:sldChg>
      <pc:sldChg chg="modSp mod">
        <pc:chgData name="Sreeraj Rajindran Nair" userId="dd568498-5f53-4ad2-850e-ab24a96e9ae2" providerId="ADAL" clId="{D9997A00-8C6B-4705-90D2-382713A1411B}" dt="2025-03-24T06:38:52.864" v="6" actId="1076"/>
        <pc:sldMkLst>
          <pc:docMk/>
          <pc:sldMk cId="3939127971" sldId="10970"/>
        </pc:sldMkLst>
        <pc:spChg chg="mod">
          <ac:chgData name="Sreeraj Rajindran Nair" userId="dd568498-5f53-4ad2-850e-ab24a96e9ae2" providerId="ADAL" clId="{D9997A00-8C6B-4705-90D2-382713A1411B}" dt="2025-03-24T06:38:52.864" v="6" actId="1076"/>
          <ac:spMkLst>
            <pc:docMk/>
            <pc:sldMk cId="3939127971" sldId="10970"/>
            <ac:spMk id="8" creationId="{5EBF42F7-6D64-C34A-2F0D-8509A4065B03}"/>
          </ac:spMkLst>
        </pc:spChg>
      </pc:sldChg>
      <pc:sldChg chg="modSp mod">
        <pc:chgData name="Sreeraj Rajindran Nair" userId="dd568498-5f53-4ad2-850e-ab24a96e9ae2" providerId="ADAL" clId="{D9997A00-8C6B-4705-90D2-382713A1411B}" dt="2025-03-24T05:51:39.887" v="4" actId="1076"/>
        <pc:sldMkLst>
          <pc:docMk/>
          <pc:sldMk cId="1539087232" sldId="10972"/>
        </pc:sldMkLst>
        <pc:spChg chg="mod">
          <ac:chgData name="Sreeraj Rajindran Nair" userId="dd568498-5f53-4ad2-850e-ab24a96e9ae2" providerId="ADAL" clId="{D9997A00-8C6B-4705-90D2-382713A1411B}" dt="2025-03-24T05:51:39.887" v="4" actId="1076"/>
          <ac:spMkLst>
            <pc:docMk/>
            <pc:sldMk cId="1539087232" sldId="10972"/>
            <ac:spMk id="2" creationId="{222139E4-9BE8-E768-682E-99094DCC6DA8}"/>
          </ac:spMkLst>
        </pc:spChg>
        <pc:picChg chg="mod">
          <ac:chgData name="Sreeraj Rajindran Nair" userId="dd568498-5f53-4ad2-850e-ab24a96e9ae2" providerId="ADAL" clId="{D9997A00-8C6B-4705-90D2-382713A1411B}" dt="2025-03-24T05:51:36.150" v="2" actId="1076"/>
          <ac:picMkLst>
            <pc:docMk/>
            <pc:sldMk cId="1539087232" sldId="10972"/>
            <ac:picMk id="3" creationId="{B0DA74D8-F9EF-054C-2768-06FB122153EA}"/>
          </ac:picMkLst>
        </pc:picChg>
      </pc:sldChg>
      <pc:sldChg chg="modSp add del mod">
        <pc:chgData name="Sreeraj Rajindran Nair" userId="dd568498-5f53-4ad2-850e-ab24a96e9ae2" providerId="ADAL" clId="{D9997A00-8C6B-4705-90D2-382713A1411B}" dt="2025-03-31T09:38:28.672" v="23" actId="47"/>
        <pc:sldMkLst>
          <pc:docMk/>
          <pc:sldMk cId="2266734915" sldId="11000"/>
        </pc:sldMkLst>
      </pc:sldChg>
      <pc:sldChg chg="modSp add mod">
        <pc:chgData name="Sreeraj Rajindran Nair" userId="dd568498-5f53-4ad2-850e-ab24a96e9ae2" providerId="ADAL" clId="{D9997A00-8C6B-4705-90D2-382713A1411B}" dt="2025-03-31T12:11:27.864" v="40" actId="732"/>
        <pc:sldMkLst>
          <pc:docMk/>
          <pc:sldMk cId="2441723450" sldId="11000"/>
        </pc:sldMkLst>
        <pc:picChg chg="mod modCrop">
          <ac:chgData name="Sreeraj Rajindran Nair" userId="dd568498-5f53-4ad2-850e-ab24a96e9ae2" providerId="ADAL" clId="{D9997A00-8C6B-4705-90D2-382713A1411B}" dt="2025-03-31T12:11:27.864" v="40" actId="732"/>
          <ac:picMkLst>
            <pc:docMk/>
            <pc:sldMk cId="2441723450" sldId="11000"/>
            <ac:picMk id="6" creationId="{6F2240C9-0C0D-A747-B3A0-50BCC5ED08D4}"/>
          </ac:picMkLst>
        </pc:picChg>
      </pc:sldChg>
      <pc:sldChg chg="modSp add del mod">
        <pc:chgData name="Sreeraj Rajindran Nair" userId="dd568498-5f53-4ad2-850e-ab24a96e9ae2" providerId="ADAL" clId="{D9997A00-8C6B-4705-90D2-382713A1411B}" dt="2025-03-31T09:38:25.146" v="22" actId="47"/>
        <pc:sldMkLst>
          <pc:docMk/>
          <pc:sldMk cId="2888419302" sldId="11001"/>
        </pc:sldMkLst>
        <pc:picChg chg="mod modCrop">
          <ac:chgData name="Sreeraj Rajindran Nair" userId="dd568498-5f53-4ad2-850e-ab24a96e9ae2" providerId="ADAL" clId="{D9997A00-8C6B-4705-90D2-382713A1411B}" dt="2025-03-31T09:36:28.237" v="19" actId="732"/>
          <ac:picMkLst>
            <pc:docMk/>
            <pc:sldMk cId="2888419302" sldId="11001"/>
            <ac:picMk id="6" creationId="{3270B92D-55DA-AEDD-CC4D-473057F422F7}"/>
          </ac:picMkLst>
        </pc:picChg>
      </pc:sldChg>
    </pc:docChg>
  </pc:docChgLst>
  <pc:docChgLst>
    <pc:chgData name="Sreeraj Rajindran Nair" userId="dd568498-5f53-4ad2-850e-ab24a96e9ae2" providerId="ADAL" clId="{D0F3F3DD-B9B6-46CA-BC75-804EC125A7B4}"/>
    <pc:docChg chg="undo custSel addSld delSld modSld sldOrd modSection">
      <pc:chgData name="Sreeraj Rajindran Nair" userId="dd568498-5f53-4ad2-850e-ab24a96e9ae2" providerId="ADAL" clId="{D0F3F3DD-B9B6-46CA-BC75-804EC125A7B4}" dt="2025-03-17T06:37:12.061" v="543"/>
      <pc:docMkLst>
        <pc:docMk/>
      </pc:docMkLst>
      <pc:sldChg chg="addSp delSp modSp mod modTransition modAnim">
        <pc:chgData name="Sreeraj Rajindran Nair" userId="dd568498-5f53-4ad2-850e-ab24a96e9ae2" providerId="ADAL" clId="{D0F3F3DD-B9B6-46CA-BC75-804EC125A7B4}" dt="2025-03-17T06:31:43.921" v="537"/>
        <pc:sldMkLst>
          <pc:docMk/>
          <pc:sldMk cId="2806427756" sldId="270"/>
        </pc:sldMkLst>
        <pc:spChg chg="add mod">
          <ac:chgData name="Sreeraj Rajindran Nair" userId="dd568498-5f53-4ad2-850e-ab24a96e9ae2" providerId="ADAL" clId="{D0F3F3DD-B9B6-46CA-BC75-804EC125A7B4}" dt="2025-03-17T03:29:22.163" v="275"/>
          <ac:spMkLst>
            <pc:docMk/>
            <pc:sldMk cId="2806427756" sldId="270"/>
            <ac:spMk id="4" creationId="{D14A2877-37CB-A4DB-3F99-92AB25B355C4}"/>
          </ac:spMkLst>
        </pc:spChg>
        <pc:picChg chg="add mod">
          <ac:chgData name="Sreeraj Rajindran Nair" userId="dd568498-5f53-4ad2-850e-ab24a96e9ae2" providerId="ADAL" clId="{D0F3F3DD-B9B6-46CA-BC75-804EC125A7B4}" dt="2025-03-17T06:04:55.013" v="464" actId="1076"/>
          <ac:picMkLst>
            <pc:docMk/>
            <pc:sldMk cId="2806427756" sldId="270"/>
            <ac:picMk id="6" creationId="{BFFD859E-A610-6710-01BB-07FC39BE7B15}"/>
          </ac:picMkLst>
        </pc:picChg>
        <pc:picChg chg="add mod modCrop">
          <ac:chgData name="Sreeraj Rajindran Nair" userId="dd568498-5f53-4ad2-850e-ab24a96e9ae2" providerId="ADAL" clId="{D0F3F3DD-B9B6-46CA-BC75-804EC125A7B4}" dt="2025-03-17T06:05:12.310" v="465" actId="1076"/>
          <ac:picMkLst>
            <pc:docMk/>
            <pc:sldMk cId="2806427756" sldId="270"/>
            <ac:picMk id="8" creationId="{9D82A6F1-A5B9-BDC4-0F18-A8827898AB80}"/>
          </ac:picMkLst>
        </pc:picChg>
      </pc:sldChg>
      <pc:sldChg chg="del">
        <pc:chgData name="Sreeraj Rajindran Nair" userId="dd568498-5f53-4ad2-850e-ab24a96e9ae2" providerId="ADAL" clId="{D0F3F3DD-B9B6-46CA-BC75-804EC125A7B4}" dt="2025-03-17T03:23:17.170" v="164" actId="47"/>
        <pc:sldMkLst>
          <pc:docMk/>
          <pc:sldMk cId="2342558124" sldId="330"/>
        </pc:sldMkLst>
      </pc:sldChg>
      <pc:sldChg chg="addSp delSp modSp del mod">
        <pc:chgData name="Sreeraj Rajindran Nair" userId="dd568498-5f53-4ad2-850e-ab24a96e9ae2" providerId="ADAL" clId="{D0F3F3DD-B9B6-46CA-BC75-804EC125A7B4}" dt="2025-03-17T05:09:11.088" v="390" actId="47"/>
        <pc:sldMkLst>
          <pc:docMk/>
          <pc:sldMk cId="1179473080" sldId="341"/>
        </pc:sldMkLst>
      </pc:sldChg>
      <pc:sldChg chg="addSp delSp modSp del mod modTransition modAnim">
        <pc:chgData name="Sreeraj Rajindran Nair" userId="dd568498-5f53-4ad2-850e-ab24a96e9ae2" providerId="ADAL" clId="{D0F3F3DD-B9B6-46CA-BC75-804EC125A7B4}" dt="2025-03-17T05:53:10.849" v="441" actId="47"/>
        <pc:sldMkLst>
          <pc:docMk/>
          <pc:sldMk cId="827643961" sldId="343"/>
        </pc:sldMkLst>
      </pc:sldChg>
      <pc:sldChg chg="modSp del mod">
        <pc:chgData name="Sreeraj Rajindran Nair" userId="dd568498-5f53-4ad2-850e-ab24a96e9ae2" providerId="ADAL" clId="{D0F3F3DD-B9B6-46CA-BC75-804EC125A7B4}" dt="2025-03-17T05:02:28.389" v="335" actId="47"/>
        <pc:sldMkLst>
          <pc:docMk/>
          <pc:sldMk cId="405375452" sldId="346"/>
        </pc:sldMkLst>
      </pc:sldChg>
      <pc:sldChg chg="addSp delSp modSp mod modTransition modAnim">
        <pc:chgData name="Sreeraj Rajindran Nair" userId="dd568498-5f53-4ad2-850e-ab24a96e9ae2" providerId="ADAL" clId="{D0F3F3DD-B9B6-46CA-BC75-804EC125A7B4}" dt="2025-03-17T05:48:17.006" v="436"/>
        <pc:sldMkLst>
          <pc:docMk/>
          <pc:sldMk cId="2588138690" sldId="348"/>
        </pc:sldMkLst>
        <pc:spChg chg="add mod">
          <ac:chgData name="Sreeraj Rajindran Nair" userId="dd568498-5f53-4ad2-850e-ab24a96e9ae2" providerId="ADAL" clId="{D0F3F3DD-B9B6-46CA-BC75-804EC125A7B4}" dt="2025-03-17T03:26:51.995" v="212"/>
          <ac:spMkLst>
            <pc:docMk/>
            <pc:sldMk cId="2588138690" sldId="348"/>
            <ac:spMk id="12" creationId="{46F32D47-60A1-B149-90B6-C3F50E80ED53}"/>
          </ac:spMkLst>
        </pc:spChg>
      </pc:sldChg>
      <pc:sldChg chg="add del">
        <pc:chgData name="Sreeraj Rajindran Nair" userId="dd568498-5f53-4ad2-850e-ab24a96e9ae2" providerId="ADAL" clId="{D0F3F3DD-B9B6-46CA-BC75-804EC125A7B4}" dt="2025-03-17T03:22:57.504" v="161" actId="47"/>
        <pc:sldMkLst>
          <pc:docMk/>
          <pc:sldMk cId="1170401311" sldId="351"/>
        </pc:sldMkLst>
      </pc:sldChg>
      <pc:sldChg chg="del">
        <pc:chgData name="Sreeraj Rajindran Nair" userId="dd568498-5f53-4ad2-850e-ab24a96e9ae2" providerId="ADAL" clId="{D0F3F3DD-B9B6-46CA-BC75-804EC125A7B4}" dt="2025-03-17T03:23:18.509" v="165" actId="47"/>
        <pc:sldMkLst>
          <pc:docMk/>
          <pc:sldMk cId="864869840" sldId="10904"/>
        </pc:sldMkLst>
      </pc:sldChg>
      <pc:sldChg chg="del">
        <pc:chgData name="Sreeraj Rajindran Nair" userId="dd568498-5f53-4ad2-850e-ab24a96e9ae2" providerId="ADAL" clId="{D0F3F3DD-B9B6-46CA-BC75-804EC125A7B4}" dt="2025-03-17T03:22:30.310" v="153" actId="47"/>
        <pc:sldMkLst>
          <pc:docMk/>
          <pc:sldMk cId="3612699960" sldId="10906"/>
        </pc:sldMkLst>
      </pc:sldChg>
      <pc:sldChg chg="addSp delSp modSp del mod">
        <pc:chgData name="Sreeraj Rajindran Nair" userId="dd568498-5f53-4ad2-850e-ab24a96e9ae2" providerId="ADAL" clId="{D0F3F3DD-B9B6-46CA-BC75-804EC125A7B4}" dt="2025-03-17T05:08:01.315" v="378" actId="47"/>
        <pc:sldMkLst>
          <pc:docMk/>
          <pc:sldMk cId="1425622497" sldId="10913"/>
        </pc:sldMkLst>
      </pc:sldChg>
      <pc:sldChg chg="del">
        <pc:chgData name="Sreeraj Rajindran Nair" userId="dd568498-5f53-4ad2-850e-ab24a96e9ae2" providerId="ADAL" clId="{D0F3F3DD-B9B6-46CA-BC75-804EC125A7B4}" dt="2025-03-17T03:22:34.575" v="155" actId="47"/>
        <pc:sldMkLst>
          <pc:docMk/>
          <pc:sldMk cId="3014538640" sldId="10915"/>
        </pc:sldMkLst>
      </pc:sldChg>
      <pc:sldChg chg="del">
        <pc:chgData name="Sreeraj Rajindran Nair" userId="dd568498-5f53-4ad2-850e-ab24a96e9ae2" providerId="ADAL" clId="{D0F3F3DD-B9B6-46CA-BC75-804EC125A7B4}" dt="2025-03-17T03:22:32.379" v="154" actId="47"/>
        <pc:sldMkLst>
          <pc:docMk/>
          <pc:sldMk cId="2487979863" sldId="10916"/>
        </pc:sldMkLst>
      </pc:sldChg>
      <pc:sldChg chg="add del">
        <pc:chgData name="Sreeraj Rajindran Nair" userId="dd568498-5f53-4ad2-850e-ab24a96e9ae2" providerId="ADAL" clId="{D0F3F3DD-B9B6-46CA-BC75-804EC125A7B4}" dt="2025-03-17T03:22:57.268" v="160" actId="47"/>
        <pc:sldMkLst>
          <pc:docMk/>
          <pc:sldMk cId="1853602300" sldId="10919"/>
        </pc:sldMkLst>
      </pc:sldChg>
      <pc:sldChg chg="addSp delSp modSp mod modTransition modAnim">
        <pc:chgData name="Sreeraj Rajindran Nair" userId="dd568498-5f53-4ad2-850e-ab24a96e9ae2" providerId="ADAL" clId="{D0F3F3DD-B9B6-46CA-BC75-804EC125A7B4}" dt="2025-03-17T05:41:19.107" v="428"/>
        <pc:sldMkLst>
          <pc:docMk/>
          <pc:sldMk cId="3350961693" sldId="10929"/>
        </pc:sldMkLst>
        <pc:spChg chg="add mod">
          <ac:chgData name="Sreeraj Rajindran Nair" userId="dd568498-5f53-4ad2-850e-ab24a96e9ae2" providerId="ADAL" clId="{D0F3F3DD-B9B6-46CA-BC75-804EC125A7B4}" dt="2025-03-17T03:26:39.470" v="208"/>
          <ac:spMkLst>
            <pc:docMk/>
            <pc:sldMk cId="3350961693" sldId="10929"/>
            <ac:spMk id="2" creationId="{9A2912B1-82A6-3DD9-A283-720E508F2015}"/>
          </ac:spMkLst>
        </pc:spChg>
      </pc:sldChg>
      <pc:sldChg chg="addSp delSp modSp mod modTransition modAnim">
        <pc:chgData name="Sreeraj Rajindran Nair" userId="dd568498-5f53-4ad2-850e-ab24a96e9ae2" providerId="ADAL" clId="{D0F3F3DD-B9B6-46CA-BC75-804EC125A7B4}" dt="2025-03-17T05:56:13.084" v="444"/>
        <pc:sldMkLst>
          <pc:docMk/>
          <pc:sldMk cId="13174624" sldId="10951"/>
        </pc:sldMkLst>
        <pc:spChg chg="add mod">
          <ac:chgData name="Sreeraj Rajindran Nair" userId="dd568498-5f53-4ad2-850e-ab24a96e9ae2" providerId="ADAL" clId="{D0F3F3DD-B9B6-46CA-BC75-804EC125A7B4}" dt="2025-03-17T03:27:09.519" v="216"/>
          <ac:spMkLst>
            <pc:docMk/>
            <pc:sldMk cId="13174624" sldId="10951"/>
            <ac:spMk id="5" creationId="{36B0D0DE-9DDD-5DA0-33FD-F3DF33D65EF9}"/>
          </ac:spMkLst>
        </pc:spChg>
      </pc:sldChg>
      <pc:sldChg chg="addSp delSp modSp mod modTransition modAnim">
        <pc:chgData name="Sreeraj Rajindran Nair" userId="dd568498-5f53-4ad2-850e-ab24a96e9ae2" providerId="ADAL" clId="{D0F3F3DD-B9B6-46CA-BC75-804EC125A7B4}" dt="2025-03-17T06:37:12.061" v="543"/>
        <pc:sldMkLst>
          <pc:docMk/>
          <pc:sldMk cId="815806588" sldId="10956"/>
        </pc:sldMkLst>
        <pc:spChg chg="add mod">
          <ac:chgData name="Sreeraj Rajindran Nair" userId="dd568498-5f53-4ad2-850e-ab24a96e9ae2" providerId="ADAL" clId="{D0F3F3DD-B9B6-46CA-BC75-804EC125A7B4}" dt="2025-03-17T03:26:46.945" v="210"/>
          <ac:spMkLst>
            <pc:docMk/>
            <pc:sldMk cId="815806588" sldId="10956"/>
            <ac:spMk id="5" creationId="{4F637D51-D313-9684-0D56-2BC5F62B1451}"/>
          </ac:spMkLst>
        </pc:spChg>
      </pc:sldChg>
      <pc:sldChg chg="addSp delSp modSp mod modTransition delAnim modAnim">
        <pc:chgData name="Sreeraj Rajindran Nair" userId="dd568498-5f53-4ad2-850e-ab24a96e9ae2" providerId="ADAL" clId="{D0F3F3DD-B9B6-46CA-BC75-804EC125A7B4}" dt="2025-03-17T05:37:24.449" v="427"/>
        <pc:sldMkLst>
          <pc:docMk/>
          <pc:sldMk cId="1111191655" sldId="10961"/>
        </pc:sldMkLst>
        <pc:spChg chg="mod">
          <ac:chgData name="Sreeraj Rajindran Nair" userId="dd568498-5f53-4ad2-850e-ab24a96e9ae2" providerId="ADAL" clId="{D0F3F3DD-B9B6-46CA-BC75-804EC125A7B4}" dt="2025-03-17T05:01:57.878" v="334" actId="20577"/>
          <ac:spMkLst>
            <pc:docMk/>
            <pc:sldMk cId="1111191655" sldId="10961"/>
            <ac:spMk id="2" creationId="{F9D4551A-7381-304E-A698-4755B91505E2}"/>
          </ac:spMkLst>
        </pc:spChg>
        <pc:spChg chg="mod">
          <ac:chgData name="Sreeraj Rajindran Nair" userId="dd568498-5f53-4ad2-850e-ab24a96e9ae2" providerId="ADAL" clId="{D0F3F3DD-B9B6-46CA-BC75-804EC125A7B4}" dt="2025-03-17T03:22:02.744" v="152" actId="20577"/>
          <ac:spMkLst>
            <pc:docMk/>
            <pc:sldMk cId="1111191655" sldId="10961"/>
            <ac:spMk id="3" creationId="{8E4F4651-DF40-FD4E-97F6-5128ABB1AADB}"/>
          </ac:spMkLst>
        </pc:spChg>
        <pc:picChg chg="add mod">
          <ac:chgData name="Sreeraj Rajindran Nair" userId="dd568498-5f53-4ad2-850e-ab24a96e9ae2" providerId="ADAL" clId="{D0F3F3DD-B9B6-46CA-BC75-804EC125A7B4}" dt="2025-03-17T03:32:21.925" v="291" actId="1076"/>
          <ac:picMkLst>
            <pc:docMk/>
            <pc:sldMk cId="1111191655" sldId="10961"/>
            <ac:picMk id="7" creationId="{C519D897-E825-C939-A052-C3B00C70C704}"/>
          </ac:picMkLst>
        </pc:picChg>
        <pc:picChg chg="add mod modCrop">
          <ac:chgData name="Sreeraj Rajindran Nair" userId="dd568498-5f53-4ad2-850e-ab24a96e9ae2" providerId="ADAL" clId="{D0F3F3DD-B9B6-46CA-BC75-804EC125A7B4}" dt="2025-03-17T05:31:22.196" v="420" actId="1076"/>
          <ac:picMkLst>
            <pc:docMk/>
            <pc:sldMk cId="1111191655" sldId="10961"/>
            <ac:picMk id="10" creationId="{964D4B82-1EBD-E62F-0F5F-43EC05859B46}"/>
          </ac:picMkLst>
        </pc:picChg>
      </pc:sldChg>
      <pc:sldChg chg="addSp delSp modSp mod modTransition modAnim">
        <pc:chgData name="Sreeraj Rajindran Nair" userId="dd568498-5f53-4ad2-850e-ab24a96e9ae2" providerId="ADAL" clId="{D0F3F3DD-B9B6-46CA-BC75-804EC125A7B4}" dt="2025-03-17T06:10:52.856" v="473"/>
        <pc:sldMkLst>
          <pc:docMk/>
          <pc:sldMk cId="3047602729" sldId="10964"/>
        </pc:sldMkLst>
        <pc:spChg chg="add mod">
          <ac:chgData name="Sreeraj Rajindran Nair" userId="dd568498-5f53-4ad2-850e-ab24a96e9ae2" providerId="ADAL" clId="{D0F3F3DD-B9B6-46CA-BC75-804EC125A7B4}" dt="2025-03-17T03:27:23.533" v="222"/>
          <ac:spMkLst>
            <pc:docMk/>
            <pc:sldMk cId="3047602729" sldId="10964"/>
            <ac:spMk id="3" creationId="{5DE6EDA4-D202-02EA-B3D0-A5AB112DEA74}"/>
          </ac:spMkLst>
        </pc:spChg>
      </pc:sldChg>
      <pc:sldChg chg="addSp modSp modTransition">
        <pc:chgData name="Sreeraj Rajindran Nair" userId="dd568498-5f53-4ad2-850e-ab24a96e9ae2" providerId="ADAL" clId="{D0F3F3DD-B9B6-46CA-BC75-804EC125A7B4}" dt="2025-03-17T06:14:13.558" v="476"/>
        <pc:sldMkLst>
          <pc:docMk/>
          <pc:sldMk cId="370433310" sldId="10965"/>
        </pc:sldMkLst>
      </pc:sldChg>
      <pc:sldChg chg="addSp delSp modSp add del mod modTransition">
        <pc:chgData name="Sreeraj Rajindran Nair" userId="dd568498-5f53-4ad2-850e-ab24a96e9ae2" providerId="ADAL" clId="{D0F3F3DD-B9B6-46CA-BC75-804EC125A7B4}" dt="2025-03-17T06:14:26.125" v="477" actId="47"/>
        <pc:sldMkLst>
          <pc:docMk/>
          <pc:sldMk cId="4193590611" sldId="10966"/>
        </pc:sldMkLst>
      </pc:sldChg>
      <pc:sldChg chg="addSp delSp modSp add del mod modTransition">
        <pc:chgData name="Sreeraj Rajindran Nair" userId="dd568498-5f53-4ad2-850e-ab24a96e9ae2" providerId="ADAL" clId="{D0F3F3DD-B9B6-46CA-BC75-804EC125A7B4}" dt="2025-03-17T06:14:26.573" v="478" actId="47"/>
        <pc:sldMkLst>
          <pc:docMk/>
          <pc:sldMk cId="659595226" sldId="10967"/>
        </pc:sldMkLst>
      </pc:sldChg>
      <pc:sldChg chg="addSp delSp modSp mod modTransition">
        <pc:chgData name="Sreeraj Rajindran Nair" userId="dd568498-5f53-4ad2-850e-ab24a96e9ae2" providerId="ADAL" clId="{D0F3F3DD-B9B6-46CA-BC75-804EC125A7B4}" dt="2025-03-17T06:13:20.179" v="475"/>
        <pc:sldMkLst>
          <pc:docMk/>
          <pc:sldMk cId="3111219906" sldId="10968"/>
        </pc:sldMkLst>
        <pc:spChg chg="add mod">
          <ac:chgData name="Sreeraj Rajindran Nair" userId="dd568498-5f53-4ad2-850e-ab24a96e9ae2" providerId="ADAL" clId="{D0F3F3DD-B9B6-46CA-BC75-804EC125A7B4}" dt="2025-03-17T03:27:39.904" v="228"/>
          <ac:spMkLst>
            <pc:docMk/>
            <pc:sldMk cId="3111219906" sldId="10968"/>
            <ac:spMk id="2" creationId="{0864F6AD-C0CA-C7AD-F816-1AB2A8B304D1}"/>
          </ac:spMkLst>
        </pc:spChg>
      </pc:sldChg>
      <pc:sldChg chg="addSp delSp modSp mod modTransition">
        <pc:chgData name="Sreeraj Rajindran Nair" userId="dd568498-5f53-4ad2-850e-ab24a96e9ae2" providerId="ADAL" clId="{D0F3F3DD-B9B6-46CA-BC75-804EC125A7B4}" dt="2025-03-17T06:11:49.751" v="474"/>
        <pc:sldMkLst>
          <pc:docMk/>
          <pc:sldMk cId="3939127971" sldId="10970"/>
        </pc:sldMkLst>
        <pc:spChg chg="add mod">
          <ac:chgData name="Sreeraj Rajindran Nair" userId="dd568498-5f53-4ad2-850e-ab24a96e9ae2" providerId="ADAL" clId="{D0F3F3DD-B9B6-46CA-BC75-804EC125A7B4}" dt="2025-03-17T03:27:32.798" v="226"/>
          <ac:spMkLst>
            <pc:docMk/>
            <pc:sldMk cId="3939127971" sldId="10970"/>
            <ac:spMk id="4" creationId="{FC6B7E2E-8441-4473-BB81-08165B8D55A5}"/>
          </ac:spMkLst>
        </pc:spChg>
      </pc:sldChg>
      <pc:sldChg chg="del">
        <pc:chgData name="Sreeraj Rajindran Nair" userId="dd568498-5f53-4ad2-850e-ab24a96e9ae2" providerId="ADAL" clId="{D0F3F3DD-B9B6-46CA-BC75-804EC125A7B4}" dt="2025-03-17T05:07:33.601" v="376" actId="47"/>
        <pc:sldMkLst>
          <pc:docMk/>
          <pc:sldMk cId="3620781266" sldId="10971"/>
        </pc:sldMkLst>
      </pc:sldChg>
      <pc:sldChg chg="addSp delSp modSp mod modTransition">
        <pc:chgData name="Sreeraj Rajindran Nair" userId="dd568498-5f53-4ad2-850e-ab24a96e9ae2" providerId="ADAL" clId="{D0F3F3DD-B9B6-46CA-BC75-804EC125A7B4}" dt="2025-03-17T06:16:32.492" v="480"/>
        <pc:sldMkLst>
          <pc:docMk/>
          <pc:sldMk cId="1539087232" sldId="10972"/>
        </pc:sldMkLst>
        <pc:spChg chg="add mod">
          <ac:chgData name="Sreeraj Rajindran Nair" userId="dd568498-5f53-4ad2-850e-ab24a96e9ae2" providerId="ADAL" clId="{D0F3F3DD-B9B6-46CA-BC75-804EC125A7B4}" dt="2025-03-17T03:27:57.588" v="236"/>
          <ac:spMkLst>
            <pc:docMk/>
            <pc:sldMk cId="1539087232" sldId="10972"/>
            <ac:spMk id="2" creationId="{222139E4-9BE8-E768-682E-99094DCC6DA8}"/>
          </ac:spMkLst>
        </pc:spChg>
      </pc:sldChg>
      <pc:sldChg chg="addSp delSp modSp del mod ord modTransition">
        <pc:chgData name="Sreeraj Rajindran Nair" userId="dd568498-5f53-4ad2-850e-ab24a96e9ae2" providerId="ADAL" clId="{D0F3F3DD-B9B6-46CA-BC75-804EC125A7B4}" dt="2025-03-17T06:03:49.907" v="454" actId="47"/>
        <pc:sldMkLst>
          <pc:docMk/>
          <pc:sldMk cId="308524089" sldId="10974"/>
        </pc:sldMkLst>
      </pc:sldChg>
      <pc:sldChg chg="del">
        <pc:chgData name="Sreeraj Rajindran Nair" userId="dd568498-5f53-4ad2-850e-ab24a96e9ae2" providerId="ADAL" clId="{D0F3F3DD-B9B6-46CA-BC75-804EC125A7B4}" dt="2025-03-17T03:23:15.776" v="163" actId="47"/>
        <pc:sldMkLst>
          <pc:docMk/>
          <pc:sldMk cId="2087921254" sldId="10975"/>
        </pc:sldMkLst>
      </pc:sldChg>
      <pc:sldChg chg="addSp delSp modSp del mod">
        <pc:chgData name="Sreeraj Rajindran Nair" userId="dd568498-5f53-4ad2-850e-ab24a96e9ae2" providerId="ADAL" clId="{D0F3F3DD-B9B6-46CA-BC75-804EC125A7B4}" dt="2025-03-17T05:07:57.203" v="377" actId="47"/>
        <pc:sldMkLst>
          <pc:docMk/>
          <pc:sldMk cId="1008125400" sldId="10977"/>
        </pc:sldMkLst>
      </pc:sldChg>
      <pc:sldChg chg="del">
        <pc:chgData name="Sreeraj Rajindran Nair" userId="dd568498-5f53-4ad2-850e-ab24a96e9ae2" providerId="ADAL" clId="{D0F3F3DD-B9B6-46CA-BC75-804EC125A7B4}" dt="2025-03-17T03:23:11.536" v="162" actId="47"/>
        <pc:sldMkLst>
          <pc:docMk/>
          <pc:sldMk cId="4199409984" sldId="10978"/>
        </pc:sldMkLst>
      </pc:sldChg>
      <pc:sldChg chg="addSp delSp modSp del mod">
        <pc:chgData name="Sreeraj Rajindran Nair" userId="dd568498-5f53-4ad2-850e-ab24a96e9ae2" providerId="ADAL" clId="{D0F3F3DD-B9B6-46CA-BC75-804EC125A7B4}" dt="2025-03-17T05:07:30.915" v="375" actId="47"/>
        <pc:sldMkLst>
          <pc:docMk/>
          <pc:sldMk cId="1144775922" sldId="10979"/>
        </pc:sldMkLst>
      </pc:sldChg>
      <pc:sldChg chg="addSp delSp modSp mod modTransition modAnim">
        <pc:chgData name="Sreeraj Rajindran Nair" userId="dd568498-5f53-4ad2-850e-ab24a96e9ae2" providerId="ADAL" clId="{D0F3F3DD-B9B6-46CA-BC75-804EC125A7B4}" dt="2025-03-17T06:34:59.450" v="540"/>
        <pc:sldMkLst>
          <pc:docMk/>
          <pc:sldMk cId="3455191483" sldId="10980"/>
        </pc:sldMkLst>
        <pc:spChg chg="add mod">
          <ac:chgData name="Sreeraj Rajindran Nair" userId="dd568498-5f53-4ad2-850e-ab24a96e9ae2" providerId="ADAL" clId="{D0F3F3DD-B9B6-46CA-BC75-804EC125A7B4}" dt="2025-03-17T03:27:14.127" v="218"/>
          <ac:spMkLst>
            <pc:docMk/>
            <pc:sldMk cId="3455191483" sldId="10980"/>
            <ac:spMk id="2" creationId="{D3E02C17-8347-F97C-080B-651ACD658DF3}"/>
          </ac:spMkLst>
        </pc:spChg>
      </pc:sldChg>
      <pc:sldChg chg="addSp delSp modSp del mod">
        <pc:chgData name="Sreeraj Rajindran Nair" userId="dd568498-5f53-4ad2-850e-ab24a96e9ae2" providerId="ADAL" clId="{D0F3F3DD-B9B6-46CA-BC75-804EC125A7B4}" dt="2025-03-17T05:04:26.297" v="373" actId="47"/>
        <pc:sldMkLst>
          <pc:docMk/>
          <pc:sldMk cId="2621230214" sldId="10981"/>
        </pc:sldMkLst>
      </pc:sldChg>
      <pc:sldChg chg="addSp delSp modSp del mod modTransition">
        <pc:chgData name="Sreeraj Rajindran Nair" userId="dd568498-5f53-4ad2-850e-ab24a96e9ae2" providerId="ADAL" clId="{D0F3F3DD-B9B6-46CA-BC75-804EC125A7B4}" dt="2025-03-17T06:22:53.430" v="521" actId="47"/>
        <pc:sldMkLst>
          <pc:docMk/>
          <pc:sldMk cId="2551870053" sldId="10982"/>
        </pc:sldMkLst>
      </pc:sldChg>
      <pc:sldChg chg="addSp delSp modSp mod modTransition">
        <pc:chgData name="Sreeraj Rajindran Nair" userId="dd568498-5f53-4ad2-850e-ab24a96e9ae2" providerId="ADAL" clId="{D0F3F3DD-B9B6-46CA-BC75-804EC125A7B4}" dt="2025-03-17T06:27:41.222" v="527"/>
        <pc:sldMkLst>
          <pc:docMk/>
          <pc:sldMk cId="991405335" sldId="10983"/>
        </pc:sldMkLst>
        <pc:spChg chg="add mod">
          <ac:chgData name="Sreeraj Rajindran Nair" userId="dd568498-5f53-4ad2-850e-ab24a96e9ae2" providerId="ADAL" clId="{D0F3F3DD-B9B6-46CA-BC75-804EC125A7B4}" dt="2025-03-17T03:28:30.654" v="252"/>
          <ac:spMkLst>
            <pc:docMk/>
            <pc:sldMk cId="991405335" sldId="10983"/>
            <ac:spMk id="3" creationId="{FFF10B67-2673-9818-A31B-EE64C7ABFAEB}"/>
          </ac:spMkLst>
        </pc:spChg>
      </pc:sldChg>
      <pc:sldChg chg="addSp delSp modSp mod modTransition modAnim">
        <pc:chgData name="Sreeraj Rajindran Nair" userId="dd568498-5f53-4ad2-850e-ab24a96e9ae2" providerId="ADAL" clId="{D0F3F3DD-B9B6-46CA-BC75-804EC125A7B4}" dt="2025-03-17T06:27:08.454" v="526"/>
        <pc:sldMkLst>
          <pc:docMk/>
          <pc:sldMk cId="1245648568" sldId="10984"/>
        </pc:sldMkLst>
        <pc:spChg chg="add mod">
          <ac:chgData name="Sreeraj Rajindran Nair" userId="dd568498-5f53-4ad2-850e-ab24a96e9ae2" providerId="ADAL" clId="{D0F3F3DD-B9B6-46CA-BC75-804EC125A7B4}" dt="2025-03-17T03:28:26.230" v="250"/>
          <ac:spMkLst>
            <pc:docMk/>
            <pc:sldMk cId="1245648568" sldId="10984"/>
            <ac:spMk id="3" creationId="{AE8EB93A-B1B5-3E2A-5BC0-22678E6540B8}"/>
          </ac:spMkLst>
        </pc:spChg>
      </pc:sldChg>
      <pc:sldChg chg="addSp delSp modSp mod modTransition">
        <pc:chgData name="Sreeraj Rajindran Nair" userId="dd568498-5f53-4ad2-850e-ab24a96e9ae2" providerId="ADAL" clId="{D0F3F3DD-B9B6-46CA-BC75-804EC125A7B4}" dt="2025-03-17T06:17:19.306" v="481"/>
        <pc:sldMkLst>
          <pc:docMk/>
          <pc:sldMk cId="1370614097" sldId="10985"/>
        </pc:sldMkLst>
        <pc:spChg chg="add mod">
          <ac:chgData name="Sreeraj Rajindran Nair" userId="dd568498-5f53-4ad2-850e-ab24a96e9ae2" providerId="ADAL" clId="{D0F3F3DD-B9B6-46CA-BC75-804EC125A7B4}" dt="2025-03-17T03:28:01.018" v="238"/>
          <ac:spMkLst>
            <pc:docMk/>
            <pc:sldMk cId="1370614097" sldId="10985"/>
            <ac:spMk id="2" creationId="{C1605C8B-1345-C804-E929-8A01609C91E0}"/>
          </ac:spMkLst>
        </pc:spChg>
      </pc:sldChg>
      <pc:sldChg chg="addSp delSp modSp mod modTransition modAnim">
        <pc:chgData name="Sreeraj Rajindran Nair" userId="dd568498-5f53-4ad2-850e-ab24a96e9ae2" providerId="ADAL" clId="{D0F3F3DD-B9B6-46CA-BC75-804EC125A7B4}" dt="2025-03-17T06:20:47.421" v="488"/>
        <pc:sldMkLst>
          <pc:docMk/>
          <pc:sldMk cId="2917182516" sldId="10986"/>
        </pc:sldMkLst>
        <pc:spChg chg="add mod">
          <ac:chgData name="Sreeraj Rajindran Nair" userId="dd568498-5f53-4ad2-850e-ab24a96e9ae2" providerId="ADAL" clId="{D0F3F3DD-B9B6-46CA-BC75-804EC125A7B4}" dt="2025-03-17T03:28:09.430" v="242"/>
          <ac:spMkLst>
            <pc:docMk/>
            <pc:sldMk cId="2917182516" sldId="10986"/>
            <ac:spMk id="3" creationId="{E67CA50A-3A57-6FAB-7FDA-FBE7A6DDA31C}"/>
          </ac:spMkLst>
        </pc:spChg>
      </pc:sldChg>
      <pc:sldChg chg="addSp delSp modSp mod modTransition">
        <pc:chgData name="Sreeraj Rajindran Nair" userId="dd568498-5f53-4ad2-850e-ab24a96e9ae2" providerId="ADAL" clId="{D0F3F3DD-B9B6-46CA-BC75-804EC125A7B4}" dt="2025-03-17T06:23:41.085" v="522"/>
        <pc:sldMkLst>
          <pc:docMk/>
          <pc:sldMk cId="1736925147" sldId="10987"/>
        </pc:sldMkLst>
        <pc:spChg chg="mod">
          <ac:chgData name="Sreeraj Rajindran Nair" userId="dd568498-5f53-4ad2-850e-ab24a96e9ae2" providerId="ADAL" clId="{D0F3F3DD-B9B6-46CA-BC75-804EC125A7B4}" dt="2025-03-17T06:22:02.542" v="495" actId="1076"/>
          <ac:spMkLst>
            <pc:docMk/>
            <pc:sldMk cId="1736925147" sldId="10987"/>
            <ac:spMk id="3" creationId="{A21AA31C-DD80-A0D1-BC53-2F85DEE0EC8C}"/>
          </ac:spMkLst>
        </pc:spChg>
        <pc:spChg chg="add mod">
          <ac:chgData name="Sreeraj Rajindran Nair" userId="dd568498-5f53-4ad2-850e-ab24a96e9ae2" providerId="ADAL" clId="{D0F3F3DD-B9B6-46CA-BC75-804EC125A7B4}" dt="2025-03-17T03:28:16.948" v="246"/>
          <ac:spMkLst>
            <pc:docMk/>
            <pc:sldMk cId="1736925147" sldId="10987"/>
            <ac:spMk id="5" creationId="{DE0BA792-8DB3-4446-FD80-7F0F02AD2073}"/>
          </ac:spMkLst>
        </pc:spChg>
        <pc:spChg chg="mod">
          <ac:chgData name="Sreeraj Rajindran Nair" userId="dd568498-5f53-4ad2-850e-ab24a96e9ae2" providerId="ADAL" clId="{D0F3F3DD-B9B6-46CA-BC75-804EC125A7B4}" dt="2025-03-17T06:22:21.868" v="516" actId="1076"/>
          <ac:spMkLst>
            <pc:docMk/>
            <pc:sldMk cId="1736925147" sldId="10987"/>
            <ac:spMk id="17" creationId="{62B66575-AE56-6E91-19DA-86063D8B54CD}"/>
          </ac:spMkLst>
        </pc:spChg>
        <pc:spChg chg="add mod">
          <ac:chgData name="Sreeraj Rajindran Nair" userId="dd568498-5f53-4ad2-850e-ab24a96e9ae2" providerId="ADAL" clId="{D0F3F3DD-B9B6-46CA-BC75-804EC125A7B4}" dt="2025-03-17T06:22:36.041" v="518" actId="1076"/>
          <ac:spMkLst>
            <pc:docMk/>
            <pc:sldMk cId="1736925147" sldId="10987"/>
            <ac:spMk id="27" creationId="{B5634CDD-2E46-A846-CDB3-D2A5ECCC62E0}"/>
          </ac:spMkLst>
        </pc:spChg>
        <pc:spChg chg="add mod">
          <ac:chgData name="Sreeraj Rajindran Nair" userId="dd568498-5f53-4ad2-850e-ab24a96e9ae2" providerId="ADAL" clId="{D0F3F3DD-B9B6-46CA-BC75-804EC125A7B4}" dt="2025-03-17T06:22:50.897" v="520" actId="1076"/>
          <ac:spMkLst>
            <pc:docMk/>
            <pc:sldMk cId="1736925147" sldId="10987"/>
            <ac:spMk id="28" creationId="{210DBE33-4416-BC5D-990C-F9593CF1AB81}"/>
          </ac:spMkLst>
        </pc:spChg>
        <pc:picChg chg="add mod">
          <ac:chgData name="Sreeraj Rajindran Nair" userId="dd568498-5f53-4ad2-850e-ab24a96e9ae2" providerId="ADAL" clId="{D0F3F3DD-B9B6-46CA-BC75-804EC125A7B4}" dt="2025-03-17T06:21:59.323" v="494" actId="1076"/>
          <ac:picMkLst>
            <pc:docMk/>
            <pc:sldMk cId="1736925147" sldId="10987"/>
            <ac:picMk id="25" creationId="{0B6F8D1D-A053-457D-421C-DED9E1902783}"/>
          </ac:picMkLst>
        </pc:picChg>
      </pc:sldChg>
      <pc:sldChg chg="addSp delSp modSp add del mod modTransition">
        <pc:chgData name="Sreeraj Rajindran Nair" userId="dd568498-5f53-4ad2-850e-ab24a96e9ae2" providerId="ADAL" clId="{D0F3F3DD-B9B6-46CA-BC75-804EC125A7B4}" dt="2025-03-17T06:06:01.114" v="466"/>
        <pc:sldMkLst>
          <pc:docMk/>
          <pc:sldMk cId="3361907300" sldId="10988"/>
        </pc:sldMkLst>
        <pc:spChg chg="add mod">
          <ac:chgData name="Sreeraj Rajindran Nair" userId="dd568498-5f53-4ad2-850e-ab24a96e9ae2" providerId="ADAL" clId="{D0F3F3DD-B9B6-46CA-BC75-804EC125A7B4}" dt="2025-03-17T03:27:18.341" v="220"/>
          <ac:spMkLst>
            <pc:docMk/>
            <pc:sldMk cId="3361907300" sldId="10988"/>
            <ac:spMk id="5" creationId="{DF6BC803-88FB-7C61-D3FA-3C73258B5D89}"/>
          </ac:spMkLst>
        </pc:spChg>
      </pc:sldChg>
      <pc:sldChg chg="addSp delSp modSp add del mod modTransition">
        <pc:chgData name="Sreeraj Rajindran Nair" userId="dd568498-5f53-4ad2-850e-ab24a96e9ae2" providerId="ADAL" clId="{D0F3F3DD-B9B6-46CA-BC75-804EC125A7B4}" dt="2025-03-17T06:15:02.632" v="479"/>
        <pc:sldMkLst>
          <pc:docMk/>
          <pc:sldMk cId="3219131101" sldId="10989"/>
        </pc:sldMkLst>
        <pc:spChg chg="add mod">
          <ac:chgData name="Sreeraj Rajindran Nair" userId="dd568498-5f53-4ad2-850e-ab24a96e9ae2" providerId="ADAL" clId="{D0F3F3DD-B9B6-46CA-BC75-804EC125A7B4}" dt="2025-03-17T03:27:53.376" v="234"/>
          <ac:spMkLst>
            <pc:docMk/>
            <pc:sldMk cId="3219131101" sldId="10989"/>
            <ac:spMk id="5" creationId="{544C4ADF-9D7F-F8C0-F834-1CCC2FBC668C}"/>
          </ac:spMkLst>
        </pc:spChg>
      </pc:sldChg>
      <pc:sldChg chg="addSp delSp modSp mod modTransition">
        <pc:chgData name="Sreeraj Rajindran Nair" userId="dd568498-5f53-4ad2-850e-ab24a96e9ae2" providerId="ADAL" clId="{D0F3F3DD-B9B6-46CA-BC75-804EC125A7B4}" dt="2025-03-17T06:21:16.344" v="489"/>
        <pc:sldMkLst>
          <pc:docMk/>
          <pc:sldMk cId="2070710767" sldId="10990"/>
        </pc:sldMkLst>
        <pc:spChg chg="add mod">
          <ac:chgData name="Sreeraj Rajindran Nair" userId="dd568498-5f53-4ad2-850e-ab24a96e9ae2" providerId="ADAL" clId="{D0F3F3DD-B9B6-46CA-BC75-804EC125A7B4}" dt="2025-03-17T03:28:13.163" v="244"/>
          <ac:spMkLst>
            <pc:docMk/>
            <pc:sldMk cId="2070710767" sldId="10990"/>
            <ac:spMk id="5" creationId="{55D7B32E-FE84-1F0F-1217-9E74A52E1718}"/>
          </ac:spMkLst>
        </pc:spChg>
      </pc:sldChg>
      <pc:sldChg chg="addSp delSp modSp mod modTransition">
        <pc:chgData name="Sreeraj Rajindran Nair" userId="dd568498-5f53-4ad2-850e-ab24a96e9ae2" providerId="ADAL" clId="{D0F3F3DD-B9B6-46CA-BC75-804EC125A7B4}" dt="2025-03-17T06:30:06.533" v="530"/>
        <pc:sldMkLst>
          <pc:docMk/>
          <pc:sldMk cId="3802561096" sldId="10992"/>
        </pc:sldMkLst>
        <pc:spChg chg="add mod">
          <ac:chgData name="Sreeraj Rajindran Nair" userId="dd568498-5f53-4ad2-850e-ab24a96e9ae2" providerId="ADAL" clId="{D0F3F3DD-B9B6-46CA-BC75-804EC125A7B4}" dt="2025-03-17T03:28:54.497" v="264"/>
          <ac:spMkLst>
            <pc:docMk/>
            <pc:sldMk cId="3802561096" sldId="10992"/>
            <ac:spMk id="7" creationId="{175A1A10-1710-E8BD-F29C-904B7D09D1F8}"/>
          </ac:spMkLst>
        </pc:spChg>
      </pc:sldChg>
      <pc:sldChg chg="addSp delSp modSp del mod modTransition">
        <pc:chgData name="Sreeraj Rajindran Nair" userId="dd568498-5f53-4ad2-850e-ab24a96e9ae2" providerId="ADAL" clId="{D0F3F3DD-B9B6-46CA-BC75-804EC125A7B4}" dt="2025-03-17T06:03:57.978" v="455" actId="47"/>
        <pc:sldMkLst>
          <pc:docMk/>
          <pc:sldMk cId="4026506434" sldId="10993"/>
        </pc:sldMkLst>
      </pc:sldChg>
      <pc:sldChg chg="addSp delSp modSp del mod modTransition">
        <pc:chgData name="Sreeraj Rajindran Nair" userId="dd568498-5f53-4ad2-850e-ab24a96e9ae2" providerId="ADAL" clId="{D0F3F3DD-B9B6-46CA-BC75-804EC125A7B4}" dt="2025-03-17T06:04:12.782" v="457" actId="47"/>
        <pc:sldMkLst>
          <pc:docMk/>
          <pc:sldMk cId="1435022445" sldId="10994"/>
        </pc:sldMkLst>
      </pc:sldChg>
      <pc:sldChg chg="addSp delSp modSp mod modTransition">
        <pc:chgData name="Sreeraj Rajindran Nair" userId="dd568498-5f53-4ad2-850e-ab24a96e9ae2" providerId="ADAL" clId="{D0F3F3DD-B9B6-46CA-BC75-804EC125A7B4}" dt="2025-03-17T06:27:54.921" v="528"/>
        <pc:sldMkLst>
          <pc:docMk/>
          <pc:sldMk cId="254539206" sldId="10995"/>
        </pc:sldMkLst>
        <pc:spChg chg="mod">
          <ac:chgData name="Sreeraj Rajindran Nair" userId="dd568498-5f53-4ad2-850e-ab24a96e9ae2" providerId="ADAL" clId="{D0F3F3DD-B9B6-46CA-BC75-804EC125A7B4}" dt="2025-03-17T05:06:50.218" v="374" actId="313"/>
          <ac:spMkLst>
            <pc:docMk/>
            <pc:sldMk cId="254539206" sldId="10995"/>
            <ac:spMk id="4" creationId="{89E8865B-54C0-1FC1-73D1-1769BB242DBE}"/>
          </ac:spMkLst>
        </pc:spChg>
        <pc:spChg chg="add mod">
          <ac:chgData name="Sreeraj Rajindran Nair" userId="dd568498-5f53-4ad2-850e-ab24a96e9ae2" providerId="ADAL" clId="{D0F3F3DD-B9B6-46CA-BC75-804EC125A7B4}" dt="2025-03-17T03:28:34.446" v="254"/>
          <ac:spMkLst>
            <pc:docMk/>
            <pc:sldMk cId="254539206" sldId="10995"/>
            <ac:spMk id="5" creationId="{2A6A8AE7-803E-C77F-2683-4EADD9BFF0D3}"/>
          </ac:spMkLst>
        </pc:spChg>
      </pc:sldChg>
      <pc:sldChg chg="del">
        <pc:chgData name="Sreeraj Rajindran Nair" userId="dd568498-5f53-4ad2-850e-ab24a96e9ae2" providerId="ADAL" clId="{D0F3F3DD-B9B6-46CA-BC75-804EC125A7B4}" dt="2025-03-17T03:23:45.786" v="167" actId="47"/>
        <pc:sldMkLst>
          <pc:docMk/>
          <pc:sldMk cId="3449720907" sldId="10996"/>
        </pc:sldMkLst>
      </pc:sldChg>
      <pc:sldChg chg="addSp delSp modSp mod modTransition">
        <pc:chgData name="Sreeraj Rajindran Nair" userId="dd568498-5f53-4ad2-850e-ab24a96e9ae2" providerId="ADAL" clId="{D0F3F3DD-B9B6-46CA-BC75-804EC125A7B4}" dt="2025-03-17T06:28:38.624" v="529"/>
        <pc:sldMkLst>
          <pc:docMk/>
          <pc:sldMk cId="3167705130" sldId="10997"/>
        </pc:sldMkLst>
        <pc:spChg chg="add mod">
          <ac:chgData name="Sreeraj Rajindran Nair" userId="dd568498-5f53-4ad2-850e-ab24a96e9ae2" providerId="ADAL" clId="{D0F3F3DD-B9B6-46CA-BC75-804EC125A7B4}" dt="2025-03-17T03:28:46.945" v="260"/>
          <ac:spMkLst>
            <pc:docMk/>
            <pc:sldMk cId="3167705130" sldId="10997"/>
            <ac:spMk id="19" creationId="{3ADF0291-A099-3A50-81A9-2B3382604441}"/>
          </ac:spMkLst>
        </pc:spChg>
      </pc:sldChg>
      <pc:sldChg chg="addSp delSp modSp del mod modTransition">
        <pc:chgData name="Sreeraj Rajindran Nair" userId="dd568498-5f53-4ad2-850e-ab24a96e9ae2" providerId="ADAL" clId="{D0F3F3DD-B9B6-46CA-BC75-804EC125A7B4}" dt="2025-03-17T06:03:59.760" v="456" actId="47"/>
        <pc:sldMkLst>
          <pc:docMk/>
          <pc:sldMk cId="1663797417" sldId="10998"/>
        </pc:sldMkLst>
      </pc:sldChg>
      <pc:sldChg chg="addSp delSp modSp mod modTransition modAnim">
        <pc:chgData name="Sreeraj Rajindran Nair" userId="dd568498-5f53-4ad2-850e-ab24a96e9ae2" providerId="ADAL" clId="{D0F3F3DD-B9B6-46CA-BC75-804EC125A7B4}" dt="2025-03-17T06:19:25.786" v="484"/>
        <pc:sldMkLst>
          <pc:docMk/>
          <pc:sldMk cId="2561841391" sldId="10999"/>
        </pc:sldMkLst>
        <pc:spChg chg="add mod">
          <ac:chgData name="Sreeraj Rajindran Nair" userId="dd568498-5f53-4ad2-850e-ab24a96e9ae2" providerId="ADAL" clId="{D0F3F3DD-B9B6-46CA-BC75-804EC125A7B4}" dt="2025-03-17T03:28:04.779" v="240"/>
          <ac:spMkLst>
            <pc:docMk/>
            <pc:sldMk cId="2561841391" sldId="10999"/>
            <ac:spMk id="14" creationId="{C9367D17-EF86-77C5-6F58-B0739786319B}"/>
          </ac:spMkLst>
        </pc:spChg>
      </pc:sldChg>
      <pc:sldChg chg="del">
        <pc:chgData name="Sreeraj Rajindran Nair" userId="dd568498-5f53-4ad2-850e-ab24a96e9ae2" providerId="ADAL" clId="{D0F3F3DD-B9B6-46CA-BC75-804EC125A7B4}" dt="2025-03-17T03:23:37.908" v="166" actId="47"/>
        <pc:sldMkLst>
          <pc:docMk/>
          <pc:sldMk cId="50005657" sldId="11000"/>
        </pc:sldMkLst>
      </pc:sldChg>
    </pc:docChg>
  </pc:docChgLst>
  <pc:docChgLst>
    <pc:chgData name="Sreeraj Rajindran Nair" userId="dd568498-5f53-4ad2-850e-ab24a96e9ae2" providerId="ADAL" clId="{216B1A09-F9BA-4D58-A27A-7E058938FF90}"/>
    <pc:docChg chg="custSel modSld">
      <pc:chgData name="Sreeraj Rajindran Nair" userId="dd568498-5f53-4ad2-850e-ab24a96e9ae2" providerId="ADAL" clId="{216B1A09-F9BA-4D58-A27A-7E058938FF90}" dt="2025-03-17T07:07:02.572" v="24" actId="478"/>
      <pc:docMkLst>
        <pc:docMk/>
      </pc:docMkLst>
      <pc:sldChg chg="delSp mod delAnim">
        <pc:chgData name="Sreeraj Rajindran Nair" userId="dd568498-5f53-4ad2-850e-ab24a96e9ae2" providerId="ADAL" clId="{216B1A09-F9BA-4D58-A27A-7E058938FF90}" dt="2025-03-17T07:07:02.572" v="24" actId="478"/>
        <pc:sldMkLst>
          <pc:docMk/>
          <pc:sldMk cId="2806427756" sldId="270"/>
        </pc:sldMkLst>
      </pc:sldChg>
      <pc:sldChg chg="delSp mod delAnim">
        <pc:chgData name="Sreeraj Rajindran Nair" userId="dd568498-5f53-4ad2-850e-ab24a96e9ae2" providerId="ADAL" clId="{216B1A09-F9BA-4D58-A27A-7E058938FF90}" dt="2025-03-17T07:06:33.206" v="2" actId="478"/>
        <pc:sldMkLst>
          <pc:docMk/>
          <pc:sldMk cId="2588138690" sldId="348"/>
        </pc:sldMkLst>
      </pc:sldChg>
      <pc:sldChg chg="delSp mod delAnim">
        <pc:chgData name="Sreeraj Rajindran Nair" userId="dd568498-5f53-4ad2-850e-ab24a96e9ae2" providerId="ADAL" clId="{216B1A09-F9BA-4D58-A27A-7E058938FF90}" dt="2025-03-17T07:06:25.453" v="0" actId="478"/>
        <pc:sldMkLst>
          <pc:docMk/>
          <pc:sldMk cId="3350961693" sldId="10929"/>
        </pc:sldMkLst>
      </pc:sldChg>
      <pc:sldChg chg="delSp mod delAnim">
        <pc:chgData name="Sreeraj Rajindran Nair" userId="dd568498-5f53-4ad2-850e-ab24a96e9ae2" providerId="ADAL" clId="{216B1A09-F9BA-4D58-A27A-7E058938FF90}" dt="2025-03-17T07:06:34.581" v="3" actId="478"/>
        <pc:sldMkLst>
          <pc:docMk/>
          <pc:sldMk cId="13174624" sldId="10951"/>
        </pc:sldMkLst>
      </pc:sldChg>
      <pc:sldChg chg="delSp mod delAnim">
        <pc:chgData name="Sreeraj Rajindran Nair" userId="dd568498-5f53-4ad2-850e-ab24a96e9ae2" providerId="ADAL" clId="{216B1A09-F9BA-4D58-A27A-7E058938FF90}" dt="2025-03-17T07:06:31.083" v="1" actId="478"/>
        <pc:sldMkLst>
          <pc:docMk/>
          <pc:sldMk cId="815806588" sldId="10956"/>
        </pc:sldMkLst>
      </pc:sldChg>
      <pc:sldChg chg="delSp mod delAnim">
        <pc:chgData name="Sreeraj Rajindran Nair" userId="dd568498-5f53-4ad2-850e-ab24a96e9ae2" providerId="ADAL" clId="{216B1A09-F9BA-4D58-A27A-7E058938FF90}" dt="2025-03-17T07:06:42.110" v="7" actId="478"/>
        <pc:sldMkLst>
          <pc:docMk/>
          <pc:sldMk cId="3047602729" sldId="10964"/>
        </pc:sldMkLst>
      </pc:sldChg>
      <pc:sldChg chg="delSp mod delAnim">
        <pc:chgData name="Sreeraj Rajindran Nair" userId="dd568498-5f53-4ad2-850e-ab24a96e9ae2" providerId="ADAL" clId="{216B1A09-F9BA-4D58-A27A-7E058938FF90}" dt="2025-03-17T07:06:47.152" v="10" actId="478"/>
        <pc:sldMkLst>
          <pc:docMk/>
          <pc:sldMk cId="370433310" sldId="10965"/>
        </pc:sldMkLst>
      </pc:sldChg>
      <pc:sldChg chg="delSp mod delAnim">
        <pc:chgData name="Sreeraj Rajindran Nair" userId="dd568498-5f53-4ad2-850e-ab24a96e9ae2" providerId="ADAL" clId="{216B1A09-F9BA-4D58-A27A-7E058938FF90}" dt="2025-03-17T07:06:45.101" v="9" actId="478"/>
        <pc:sldMkLst>
          <pc:docMk/>
          <pc:sldMk cId="3111219906" sldId="10968"/>
        </pc:sldMkLst>
      </pc:sldChg>
      <pc:sldChg chg="delSp mod delAnim">
        <pc:chgData name="Sreeraj Rajindran Nair" userId="dd568498-5f53-4ad2-850e-ab24a96e9ae2" providerId="ADAL" clId="{216B1A09-F9BA-4D58-A27A-7E058938FF90}" dt="2025-03-17T07:06:43.611" v="8" actId="478"/>
        <pc:sldMkLst>
          <pc:docMk/>
          <pc:sldMk cId="3939127971" sldId="10970"/>
        </pc:sldMkLst>
      </pc:sldChg>
      <pc:sldChg chg="delSp mod delAnim">
        <pc:chgData name="Sreeraj Rajindran Nair" userId="dd568498-5f53-4ad2-850e-ab24a96e9ae2" providerId="ADAL" clId="{216B1A09-F9BA-4D58-A27A-7E058938FF90}" dt="2025-03-17T07:06:49.930" v="12" actId="478"/>
        <pc:sldMkLst>
          <pc:docMk/>
          <pc:sldMk cId="1539087232" sldId="10972"/>
        </pc:sldMkLst>
      </pc:sldChg>
      <pc:sldChg chg="delSp modSp mod delAnim">
        <pc:chgData name="Sreeraj Rajindran Nair" userId="dd568498-5f53-4ad2-850e-ab24a96e9ae2" providerId="ADAL" clId="{216B1A09-F9BA-4D58-A27A-7E058938FF90}" dt="2025-03-17T07:06:37.435" v="5" actId="1038"/>
        <pc:sldMkLst>
          <pc:docMk/>
          <pc:sldMk cId="3455191483" sldId="10980"/>
        </pc:sldMkLst>
        <pc:picChg chg="mod">
          <ac:chgData name="Sreeraj Rajindran Nair" userId="dd568498-5f53-4ad2-850e-ab24a96e9ae2" providerId="ADAL" clId="{216B1A09-F9BA-4D58-A27A-7E058938FF90}" dt="2025-03-17T07:06:37.435" v="5" actId="1038"/>
          <ac:picMkLst>
            <pc:docMk/>
            <pc:sldMk cId="3455191483" sldId="10980"/>
            <ac:picMk id="3" creationId="{889AC6E3-1357-4BC4-7EC7-AF36E7388C13}"/>
          </ac:picMkLst>
        </pc:picChg>
      </pc:sldChg>
      <pc:sldChg chg="delSp modSp mod delAnim">
        <pc:chgData name="Sreeraj Rajindran Nair" userId="dd568498-5f53-4ad2-850e-ab24a96e9ae2" providerId="ADAL" clId="{216B1A09-F9BA-4D58-A27A-7E058938FF90}" dt="2025-03-17T07:06:57.892" v="20" actId="478"/>
        <pc:sldMkLst>
          <pc:docMk/>
          <pc:sldMk cId="991405335" sldId="10983"/>
        </pc:sldMkLst>
      </pc:sldChg>
      <pc:sldChg chg="delSp mod delAnim">
        <pc:chgData name="Sreeraj Rajindran Nair" userId="dd568498-5f53-4ad2-850e-ab24a96e9ae2" providerId="ADAL" clId="{216B1A09-F9BA-4D58-A27A-7E058938FF90}" dt="2025-03-17T07:06:56.097" v="18" actId="478"/>
        <pc:sldMkLst>
          <pc:docMk/>
          <pc:sldMk cId="1245648568" sldId="10984"/>
        </pc:sldMkLst>
      </pc:sldChg>
      <pc:sldChg chg="delSp mod delAnim">
        <pc:chgData name="Sreeraj Rajindran Nair" userId="dd568498-5f53-4ad2-850e-ab24a96e9ae2" providerId="ADAL" clId="{216B1A09-F9BA-4D58-A27A-7E058938FF90}" dt="2025-03-17T07:06:51.131" v="13" actId="478"/>
        <pc:sldMkLst>
          <pc:docMk/>
          <pc:sldMk cId="1370614097" sldId="10985"/>
        </pc:sldMkLst>
      </pc:sldChg>
      <pc:sldChg chg="delSp mod delAnim">
        <pc:chgData name="Sreeraj Rajindran Nair" userId="dd568498-5f53-4ad2-850e-ab24a96e9ae2" providerId="ADAL" clId="{216B1A09-F9BA-4D58-A27A-7E058938FF90}" dt="2025-03-17T07:06:53.103" v="15" actId="478"/>
        <pc:sldMkLst>
          <pc:docMk/>
          <pc:sldMk cId="2917182516" sldId="10986"/>
        </pc:sldMkLst>
      </pc:sldChg>
      <pc:sldChg chg="delSp mod delAnim">
        <pc:chgData name="Sreeraj Rajindran Nair" userId="dd568498-5f53-4ad2-850e-ab24a96e9ae2" providerId="ADAL" clId="{216B1A09-F9BA-4D58-A27A-7E058938FF90}" dt="2025-03-17T07:06:55.154" v="17" actId="478"/>
        <pc:sldMkLst>
          <pc:docMk/>
          <pc:sldMk cId="1736925147" sldId="10987"/>
        </pc:sldMkLst>
      </pc:sldChg>
      <pc:sldChg chg="delSp mod delAnim">
        <pc:chgData name="Sreeraj Rajindran Nair" userId="dd568498-5f53-4ad2-850e-ab24a96e9ae2" providerId="ADAL" clId="{216B1A09-F9BA-4D58-A27A-7E058938FF90}" dt="2025-03-17T07:06:40.042" v="6" actId="478"/>
        <pc:sldMkLst>
          <pc:docMk/>
          <pc:sldMk cId="3361907300" sldId="10988"/>
        </pc:sldMkLst>
      </pc:sldChg>
      <pc:sldChg chg="delSp mod delAnim">
        <pc:chgData name="Sreeraj Rajindran Nair" userId="dd568498-5f53-4ad2-850e-ab24a96e9ae2" providerId="ADAL" clId="{216B1A09-F9BA-4D58-A27A-7E058938FF90}" dt="2025-03-17T07:06:48.378" v="11" actId="478"/>
        <pc:sldMkLst>
          <pc:docMk/>
          <pc:sldMk cId="3219131101" sldId="10989"/>
        </pc:sldMkLst>
      </pc:sldChg>
      <pc:sldChg chg="delSp mod delAnim">
        <pc:chgData name="Sreeraj Rajindran Nair" userId="dd568498-5f53-4ad2-850e-ab24a96e9ae2" providerId="ADAL" clId="{216B1A09-F9BA-4D58-A27A-7E058938FF90}" dt="2025-03-17T07:06:54.174" v="16" actId="478"/>
        <pc:sldMkLst>
          <pc:docMk/>
          <pc:sldMk cId="2070710767" sldId="10990"/>
        </pc:sldMkLst>
      </pc:sldChg>
      <pc:sldChg chg="delSp mod delAnim">
        <pc:chgData name="Sreeraj Rajindran Nair" userId="dd568498-5f53-4ad2-850e-ab24a96e9ae2" providerId="ADAL" clId="{216B1A09-F9BA-4D58-A27A-7E058938FF90}" dt="2025-03-17T07:07:01.572" v="23" actId="478"/>
        <pc:sldMkLst>
          <pc:docMk/>
          <pc:sldMk cId="3802561096" sldId="10992"/>
        </pc:sldMkLst>
      </pc:sldChg>
      <pc:sldChg chg="delSp mod delAnim">
        <pc:chgData name="Sreeraj Rajindran Nair" userId="dd568498-5f53-4ad2-850e-ab24a96e9ae2" providerId="ADAL" clId="{216B1A09-F9BA-4D58-A27A-7E058938FF90}" dt="2025-03-17T07:06:59.636" v="21" actId="478"/>
        <pc:sldMkLst>
          <pc:docMk/>
          <pc:sldMk cId="254539206" sldId="10995"/>
        </pc:sldMkLst>
      </pc:sldChg>
      <pc:sldChg chg="delSp mod delAnim">
        <pc:chgData name="Sreeraj Rajindran Nair" userId="dd568498-5f53-4ad2-850e-ab24a96e9ae2" providerId="ADAL" clId="{216B1A09-F9BA-4D58-A27A-7E058938FF90}" dt="2025-03-17T07:07:00.569" v="22" actId="478"/>
        <pc:sldMkLst>
          <pc:docMk/>
          <pc:sldMk cId="3167705130" sldId="10997"/>
        </pc:sldMkLst>
      </pc:sldChg>
      <pc:sldChg chg="delSp mod delAnim">
        <pc:chgData name="Sreeraj Rajindran Nair" userId="dd568498-5f53-4ad2-850e-ab24a96e9ae2" providerId="ADAL" clId="{216B1A09-F9BA-4D58-A27A-7E058938FF90}" dt="2025-03-17T07:06:52.101" v="14" actId="478"/>
        <pc:sldMkLst>
          <pc:docMk/>
          <pc:sldMk cId="2561841391" sldId="1099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F10333A-952E-4D07-8868-1EDB7670D09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6B8A17-94F1-4221-9E73-BF0AFCC5DE9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3375B5-7F92-4A27-9141-5D0C4F06DE12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F9E9EF-988B-4C48-9769-664FE51CB55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E1BA57-75C5-4B07-93DF-CFD1D1483BE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2B9F28-8263-48C4-B627-5E2122B90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9447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74ED5C-95FB-4C59-A738-9203A94298D0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F6BD66-B0F9-4915-9BF9-6B4D8A45BC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693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kern="1200">
        <a:solidFill>
          <a:schemeClr val="tx1"/>
        </a:solidFill>
        <a:latin typeface="+mj-lt"/>
        <a:ea typeface="+mn-ea"/>
        <a:cs typeface="+mn-cs"/>
      </a:defRPr>
    </a:lvl1pPr>
    <a:lvl2pPr marL="0" indent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233363" indent="-233363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569913" indent="-233363" algn="l" defTabSz="914400" rtl="0" eaLnBrk="1" latinLnBrk="0" hangingPunct="1">
      <a:buFont typeface="Arial" panose="020B0604020202020204" pitchFamily="34" charset="0"/>
      <a:buChar char="‒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14400" indent="-233363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F6BD66-B0F9-4915-9BF9-6B4D8A45BC7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3428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856CE-FE49-3A0D-FB58-5A29D61BD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6160FD-2930-6815-3B88-FE5340A621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E79FBB-1D12-A820-C834-FBF1F67728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C9FA7-C442-E965-FC0A-5A338C7862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F6BD66-B0F9-4915-9BF9-6B4D8A45BC7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943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0BF34651-B158-487A-8DD1-A36479E6548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25" y="534624"/>
            <a:ext cx="1188720" cy="3009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7719D3C-7D56-47D8-89C1-EB7E8698B67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0124" y="1676400"/>
            <a:ext cx="10125075" cy="1956117"/>
          </a:xfrm>
        </p:spPr>
        <p:txBody>
          <a:bodyPr anchor="b"/>
          <a:lstStyle>
            <a:lvl1pPr algn="l"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1FF231-4B5D-48F8-9158-FF6C5DCB76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4135120"/>
            <a:ext cx="10058400" cy="1656080"/>
          </a:xfrm>
        </p:spPr>
        <p:txBody>
          <a:bodyPr/>
          <a:lstStyle>
            <a:lvl1pPr marL="0" indent="0" algn="l">
              <a:buNone/>
              <a:defRPr sz="16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BD7426-E7FE-456B-8713-B8A80412B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2023 DOLBY |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D5484A-C500-4664-AC12-E7ACF6048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D6EB63-47CB-42A9-BE06-570AF14B67EA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8F7AC31-5D6A-4525-AACD-B9910DC4EAA4}"/>
              </a:ext>
            </a:extLst>
          </p:cNvPr>
          <p:cNvCxnSpPr/>
          <p:nvPr userDrawn="1"/>
        </p:nvCxnSpPr>
        <p:spPr>
          <a:xfrm>
            <a:off x="1070325" y="4056364"/>
            <a:ext cx="13716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7C9A741-238F-47A3-9AFE-09804386AD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62700" y="6326533"/>
            <a:ext cx="1790700" cy="531467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sz="800" cap="all" spc="140" baseline="0">
                <a:solidFill>
                  <a:schemeClr val="bg1"/>
                </a:solidFill>
              </a:defRPr>
            </a:lvl1pPr>
          </a:lstStyle>
          <a:p>
            <a:fld id="{4B7FCC30-EBE4-4B07-AC0A-25FD9B68187C}" type="datetime1">
              <a:rPr lang="en-US" smtClean="0"/>
              <a:t>3/21/2025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487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19D3C-7D56-47D8-89C1-EB7E8698B67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0125" y="1676400"/>
            <a:ext cx="10125075" cy="1956117"/>
          </a:xfrm>
        </p:spPr>
        <p:txBody>
          <a:bodyPr anchor="b"/>
          <a:lstStyle>
            <a:lvl1pPr algn="l"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1FF231-4B5D-48F8-9158-FF6C5DCB76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4135120"/>
            <a:ext cx="10058400" cy="1656080"/>
          </a:xfrm>
        </p:spPr>
        <p:txBody>
          <a:bodyPr/>
          <a:lstStyle>
            <a:lvl1pPr marL="0" indent="0" algn="l">
              <a:buNone/>
              <a:defRPr sz="16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BD7426-E7FE-456B-8713-B8A80412B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2023 DOLBY |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D5484A-C500-4664-AC12-E7ACF6048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ED6EB63-47CB-42A9-BE06-570AF14B67EA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8F7AC31-5D6A-4525-AACD-B9910DC4EAA4}"/>
              </a:ext>
            </a:extLst>
          </p:cNvPr>
          <p:cNvCxnSpPr/>
          <p:nvPr userDrawn="1"/>
        </p:nvCxnSpPr>
        <p:spPr>
          <a:xfrm>
            <a:off x="1070325" y="4056364"/>
            <a:ext cx="13716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AD42525-DB33-4E59-AD40-BEFD510036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62700" y="6326533"/>
            <a:ext cx="1790700" cy="531467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sz="800" cap="all" spc="140" baseline="0">
                <a:solidFill>
                  <a:schemeClr val="bg1"/>
                </a:solidFill>
              </a:defRPr>
            </a:lvl1pPr>
          </a:lstStyle>
          <a:p>
            <a:fld id="{0ECAD72E-31C8-47F7-B360-C3AE272B7DC5}" type="datetime1">
              <a:rPr lang="en-US" smtClean="0"/>
              <a:t>3/21/2025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ABB438D-1EC8-41A6-80DD-5CA24C6D6C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25" y="534624"/>
            <a:ext cx="1188720" cy="300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96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19D3C-7D56-47D8-89C1-EB7E8698B67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0125" y="1676400"/>
            <a:ext cx="10125075" cy="1956117"/>
          </a:xfrm>
        </p:spPr>
        <p:txBody>
          <a:bodyPr anchor="b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1FF231-4B5D-48F8-9158-FF6C5DCB76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4135120"/>
            <a:ext cx="10058400" cy="1656080"/>
          </a:xfrm>
        </p:spPr>
        <p:txBody>
          <a:bodyPr/>
          <a:lstStyle>
            <a:lvl1pPr marL="0" indent="0" algn="l">
              <a:buNone/>
              <a:defRPr sz="160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BD7426-E7FE-456B-8713-B8A80412B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2023 DOLBY |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D5484A-C500-4664-AC12-E7ACF6048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ED6EB63-47CB-42A9-BE06-570AF14B67EA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8F7AC31-5D6A-4525-AACD-B9910DC4EAA4}"/>
              </a:ext>
            </a:extLst>
          </p:cNvPr>
          <p:cNvCxnSpPr/>
          <p:nvPr userDrawn="1"/>
        </p:nvCxnSpPr>
        <p:spPr>
          <a:xfrm>
            <a:off x="1070325" y="4056364"/>
            <a:ext cx="13716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D748100D-A46B-4865-9793-54681FFE05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62700" y="6326533"/>
            <a:ext cx="1790700" cy="531467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sz="800" cap="all" spc="140" baseline="0">
                <a:solidFill>
                  <a:schemeClr val="tx1"/>
                </a:solidFill>
              </a:defRPr>
            </a:lvl1pPr>
          </a:lstStyle>
          <a:p>
            <a:fld id="{6AEBA73D-ACAB-4454-9990-D6AC63130B2E}" type="datetime1">
              <a:rPr lang="en-US" smtClean="0"/>
              <a:t>3/21/2025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070FE88-B179-4F7D-8081-005598BFD7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535233"/>
            <a:ext cx="1188720" cy="30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899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19D3C-7D56-47D8-89C1-EB7E8698B67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0125" y="1676400"/>
            <a:ext cx="10125075" cy="1956117"/>
          </a:xfrm>
        </p:spPr>
        <p:txBody>
          <a:bodyPr anchor="b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1FF231-4B5D-48F8-9158-FF6C5DCB76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4135120"/>
            <a:ext cx="10058400" cy="1656080"/>
          </a:xfrm>
        </p:spPr>
        <p:txBody>
          <a:bodyPr/>
          <a:lstStyle>
            <a:lvl1pPr marL="0" indent="0" algn="l">
              <a:buNone/>
              <a:defRPr sz="160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BD7426-E7FE-456B-8713-B8A80412B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2023 DOLBY |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D5484A-C500-4664-AC12-E7ACF6048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ED6EB63-47CB-42A9-BE06-570AF14B67EA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8F7AC31-5D6A-4525-AACD-B9910DC4EAA4}"/>
              </a:ext>
            </a:extLst>
          </p:cNvPr>
          <p:cNvCxnSpPr/>
          <p:nvPr userDrawn="1"/>
        </p:nvCxnSpPr>
        <p:spPr>
          <a:xfrm>
            <a:off x="1070325" y="4056364"/>
            <a:ext cx="13716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D748100D-A46B-4865-9793-54681FFE05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62700" y="6326533"/>
            <a:ext cx="1790700" cy="531467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sz="800" cap="all" spc="140" baseline="0">
                <a:solidFill>
                  <a:schemeClr val="tx1"/>
                </a:solidFill>
              </a:defRPr>
            </a:lvl1pPr>
          </a:lstStyle>
          <a:p>
            <a:fld id="{0AE6C7A6-D70F-4784-807E-28A9F0289050}" type="datetime1">
              <a:rPr lang="en-US" smtClean="0"/>
              <a:t>3/21/2025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DD681B0-8451-49C5-8F45-DADBE839E80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535233"/>
            <a:ext cx="1188720" cy="30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504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E06DB-6BFE-450B-9CD2-D86E91A30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2023 DOLBY |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49FD5-24FE-45B4-8985-3A9FF16E3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D6EB63-47CB-42A9-BE06-570AF14B67E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69DD74A0-4D0D-469C-AC8C-11AD80E13F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6801" y="2133600"/>
            <a:ext cx="10058399" cy="3657599"/>
          </a:xfrm>
        </p:spPr>
        <p:txBody>
          <a:bodyPr/>
          <a:lstStyle>
            <a:lvl1pPr algn="l">
              <a:lnSpc>
                <a:spcPct val="100000"/>
              </a:lnSpc>
              <a:spcAft>
                <a:spcPts val="3600"/>
              </a:spcAft>
              <a:defRPr lang="en-US" sz="1800" kern="1200" cap="all" baseline="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763" indent="0" algn="l">
              <a:lnSpc>
                <a:spcPct val="100000"/>
              </a:lnSpc>
              <a:spcAft>
                <a:spcPts val="1200"/>
              </a:spcAft>
              <a:buNone/>
              <a:defRPr lang="en-US" sz="18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39725" indent="-339725" algn="l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lang="en-US" sz="18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7C3CB83-F7D8-4AAC-B133-37F4CC88F13F}"/>
              </a:ext>
            </a:extLst>
          </p:cNvPr>
          <p:cNvCxnSpPr/>
          <p:nvPr userDrawn="1"/>
        </p:nvCxnSpPr>
        <p:spPr>
          <a:xfrm>
            <a:off x="1070325" y="1867494"/>
            <a:ext cx="13716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770A8FC-A6B2-4E59-B36E-4873BB4684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62700" y="6326533"/>
            <a:ext cx="1790700" cy="531467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sz="800" cap="all" spc="140" baseline="0">
                <a:solidFill>
                  <a:schemeClr val="bg1"/>
                </a:solidFill>
              </a:defRPr>
            </a:lvl1pPr>
          </a:lstStyle>
          <a:p>
            <a:fld id="{077942A3-49F8-4042-A121-37B9E7863C5F}" type="datetime1">
              <a:rPr lang="en-US" smtClean="0"/>
              <a:t>3/21/2025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281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1 + Pic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E06DB-6BFE-450B-9CD2-D86E91A30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2023 DOLBY |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49FD5-24FE-45B4-8985-3A9FF16E3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D6EB63-47CB-42A9-BE06-570AF14B67E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69DD74A0-4D0D-469C-AC8C-11AD80E13F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6801" y="4976938"/>
            <a:ext cx="5029199" cy="811702"/>
          </a:xfrm>
        </p:spPr>
        <p:txBody>
          <a:bodyPr/>
          <a:lstStyle>
            <a:lvl1pPr algn="l">
              <a:lnSpc>
                <a:spcPct val="100000"/>
              </a:lnSpc>
              <a:spcAft>
                <a:spcPts val="3600"/>
              </a:spcAft>
              <a:defRPr lang="en-US" sz="1800" kern="1200" cap="all" baseline="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indent="0" algn="l">
              <a:lnSpc>
                <a:spcPct val="100000"/>
              </a:lnSpc>
              <a:spcAft>
                <a:spcPts val="1200"/>
              </a:spcAft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39725" indent="-339725" algn="l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7C3CB83-F7D8-4AAC-B133-37F4CC88F13F}"/>
              </a:ext>
            </a:extLst>
          </p:cNvPr>
          <p:cNvCxnSpPr/>
          <p:nvPr userDrawn="1"/>
        </p:nvCxnSpPr>
        <p:spPr>
          <a:xfrm>
            <a:off x="1070325" y="4710831"/>
            <a:ext cx="13716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1619515B-D5EA-4AA4-B361-E492D7A3EAF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90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 lIns="274320" rIns="274320"/>
          <a:lstStyle>
            <a:lvl1pPr>
              <a:defRPr sz="1600" b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8AEB6CB-8A95-4240-A17C-9C673BBAE6B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7162802" y="3830138"/>
            <a:ext cx="3962397" cy="1961062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048543A4-75B5-4982-AE3C-26B83A2619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62700" y="6326533"/>
            <a:ext cx="1790700" cy="531467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sz="800" cap="all" spc="140" baseline="0">
                <a:solidFill>
                  <a:schemeClr val="bg1"/>
                </a:solidFill>
              </a:defRPr>
            </a:lvl1pPr>
          </a:lstStyle>
          <a:p>
            <a:fld id="{816367E5-1A00-44A5-B883-D3409745A3E8}" type="datetime1">
              <a:rPr lang="en-US" smtClean="0"/>
              <a:t>3/21/2025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009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E06DB-6BFE-450B-9CD2-D86E91A30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2023 DOLBY |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49FD5-24FE-45B4-8985-3A9FF16E3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D6EB63-47CB-42A9-BE06-570AF14B67E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69DD74A0-4D0D-469C-AC8C-11AD80E13F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6801" y="3233420"/>
            <a:ext cx="10058399" cy="2557779"/>
          </a:xfrm>
        </p:spPr>
        <p:txBody>
          <a:bodyPr/>
          <a:lstStyle>
            <a:lvl1pPr algn="l">
              <a:lnSpc>
                <a:spcPct val="100000"/>
              </a:lnSpc>
              <a:spcAft>
                <a:spcPts val="3600"/>
              </a:spcAft>
              <a:defRPr lang="en-US" sz="1800" kern="1200" cap="all" baseline="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763" indent="0" algn="l">
              <a:lnSpc>
                <a:spcPct val="100000"/>
              </a:lnSpc>
              <a:spcAft>
                <a:spcPts val="1200"/>
              </a:spcAft>
              <a:buNone/>
              <a:defRPr lang="en-US" sz="18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39725" indent="-339725" algn="l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lang="en-US" sz="18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BB407AE-4FE0-4F3E-A182-2D2DA1C930EA}"/>
              </a:ext>
            </a:extLst>
          </p:cNvPr>
          <p:cNvCxnSpPr/>
          <p:nvPr userDrawn="1"/>
        </p:nvCxnSpPr>
        <p:spPr>
          <a:xfrm>
            <a:off x="1066801" y="3011285"/>
            <a:ext cx="637540" cy="0"/>
          </a:xfrm>
          <a:prstGeom prst="line">
            <a:avLst/>
          </a:prstGeom>
          <a:ln w="50800">
            <a:gradFill flip="none" rotWithShape="1">
              <a:gsLst>
                <a:gs pos="0">
                  <a:schemeClr val="accent4"/>
                </a:gs>
                <a:gs pos="100000">
                  <a:schemeClr val="accent2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08506F2-6AA8-47F3-ABD6-B920674C23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62700" y="6326533"/>
            <a:ext cx="1790700" cy="531467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sz="800" cap="all" spc="140" baseline="0">
                <a:solidFill>
                  <a:schemeClr val="bg1"/>
                </a:solidFill>
              </a:defRPr>
            </a:lvl1pPr>
          </a:lstStyle>
          <a:p>
            <a:fld id="{CCB17E15-AADA-425B-A349-323250921271}" type="datetime1">
              <a:rPr lang="en-US" smtClean="0"/>
              <a:t>3/21/2025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755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E06DB-6BFE-450B-9CD2-D86E91A30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2023 DOLBY |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49FD5-24FE-45B4-8985-3A9FF16E3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D6EB63-47CB-42A9-BE06-570AF14B67E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492825-937E-4E19-8D58-C188FCEDEB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6800" y="1880420"/>
            <a:ext cx="10058399" cy="3097161"/>
          </a:xfrm>
        </p:spPr>
        <p:txBody>
          <a:bodyPr anchor="ctr"/>
          <a:lstStyle>
            <a:lvl1pPr algn="ctr">
              <a:lnSpc>
                <a:spcPct val="100000"/>
              </a:lnSpc>
              <a:spcAft>
                <a:spcPts val="600"/>
              </a:spcAft>
              <a:defRPr lang="en-US" sz="1800" kern="1200" cap="all" baseline="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763" indent="0" algn="ctr">
              <a:lnSpc>
                <a:spcPct val="100000"/>
              </a:lnSpc>
              <a:spcAft>
                <a:spcPts val="600"/>
              </a:spcAft>
              <a:buNone/>
              <a:defRPr lang="en-US" sz="7200" b="0" kern="1200" cap="all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2pPr>
            <a:lvl3pPr marL="0" indent="0" algn="ctr">
              <a:lnSpc>
                <a:spcPct val="100000"/>
              </a:lnSpc>
              <a:spcAft>
                <a:spcPts val="600"/>
              </a:spcAft>
              <a:buNone/>
              <a:defRPr sz="1800"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0938888-EEDB-4095-8FA1-5EBE334532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62700" y="6326533"/>
            <a:ext cx="1790700" cy="531467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sz="800" cap="all" spc="140" baseline="0">
                <a:solidFill>
                  <a:schemeClr val="bg1"/>
                </a:solidFill>
              </a:defRPr>
            </a:lvl1pPr>
          </a:lstStyle>
          <a:p>
            <a:fld id="{D18363A6-A31C-48AE-AAC0-A582982F4E8A}" type="datetime1">
              <a:rPr lang="en-US" smtClean="0"/>
              <a:t>3/21/2025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777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 + Dark Pic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E5BBED-B41D-48C5-8D0F-F78E5377CE3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 lIns="274320" rIns="274320"/>
          <a:lstStyle>
            <a:lvl1pPr>
              <a:defRPr sz="1600" b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E06DB-6BFE-450B-9CD2-D86E91A30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2023 DOLBY |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49FD5-24FE-45B4-8985-3A9FF16E3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D6EB63-47CB-42A9-BE06-570AF14B67E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492825-937E-4E19-8D58-C188FCEDEB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6800" y="1880420"/>
            <a:ext cx="10058399" cy="3097161"/>
          </a:xfrm>
        </p:spPr>
        <p:txBody>
          <a:bodyPr anchor="ctr"/>
          <a:lstStyle>
            <a:lvl1pPr algn="ctr">
              <a:lnSpc>
                <a:spcPct val="100000"/>
              </a:lnSpc>
              <a:spcAft>
                <a:spcPts val="600"/>
              </a:spcAft>
              <a:defRPr lang="en-US" sz="1800" kern="1200" cap="all" baseline="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763" indent="0" algn="ctr">
              <a:lnSpc>
                <a:spcPct val="100000"/>
              </a:lnSpc>
              <a:spcAft>
                <a:spcPts val="600"/>
              </a:spcAft>
              <a:buNone/>
              <a:defRPr lang="en-US" sz="7200" b="0" kern="1200" cap="all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2pPr>
            <a:lvl3pPr marL="0" indent="0" algn="ctr">
              <a:lnSpc>
                <a:spcPct val="100000"/>
              </a:lnSpc>
              <a:spcAft>
                <a:spcPts val="600"/>
              </a:spcAft>
              <a:buNone/>
              <a:defRPr sz="1800"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BB646AD5-436B-4768-87AD-D7179A96DA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62700" y="6326533"/>
            <a:ext cx="1790700" cy="531467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sz="800" cap="all" spc="140" baseline="0">
                <a:solidFill>
                  <a:schemeClr val="bg1"/>
                </a:solidFill>
              </a:defRPr>
            </a:lvl1pPr>
          </a:lstStyle>
          <a:p>
            <a:fld id="{B4AA8929-3A9D-45B4-862B-E426E954F112}" type="datetime1">
              <a:rPr lang="en-US" smtClean="0"/>
              <a:t>3/21/2025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554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 + Light Pic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E5BBED-B41D-48C5-8D0F-F78E5377CE3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 lIns="274320" rIns="274320"/>
          <a:lstStyle>
            <a:lvl1pPr>
              <a:defRPr sz="1600" b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E06DB-6BFE-450B-9CD2-D86E91A30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2023 DOLBY |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49FD5-24FE-45B4-8985-3A9FF16E3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ED6EB63-47CB-42A9-BE06-570AF14B67E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492825-937E-4E19-8D58-C188FCEDEB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6800" y="1880420"/>
            <a:ext cx="10058399" cy="3097161"/>
          </a:xfrm>
        </p:spPr>
        <p:txBody>
          <a:bodyPr anchor="ctr"/>
          <a:lstStyle>
            <a:lvl1pPr algn="ctr">
              <a:lnSpc>
                <a:spcPct val="100000"/>
              </a:lnSpc>
              <a:spcAft>
                <a:spcPts val="600"/>
              </a:spcAft>
              <a:defRPr lang="en-US" sz="1800" kern="1200" cap="all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763" indent="0" algn="ctr">
              <a:lnSpc>
                <a:spcPct val="100000"/>
              </a:lnSpc>
              <a:spcAft>
                <a:spcPts val="600"/>
              </a:spcAft>
              <a:buNone/>
              <a:defRPr lang="en-US" sz="7200" b="0" kern="1200" cap="all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0" indent="0" algn="ctr">
              <a:lnSpc>
                <a:spcPct val="100000"/>
              </a:lnSpc>
              <a:spcAft>
                <a:spcPts val="600"/>
              </a:spcAft>
              <a:buNone/>
              <a:defRPr sz="1800"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BB646AD5-436B-4768-87AD-D7179A96DA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62700" y="6326533"/>
            <a:ext cx="1790700" cy="531467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sz="800" cap="all" spc="140" baseline="0">
                <a:solidFill>
                  <a:schemeClr val="tx1"/>
                </a:solidFill>
              </a:defRPr>
            </a:lvl1pPr>
          </a:lstStyle>
          <a:p>
            <a:fld id="{CB6DB2F4-A44C-4555-846F-66143C0C2977}" type="datetime1">
              <a:rPr lang="en-US" smtClean="0"/>
              <a:t>3/21/2025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300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C0752-BA79-4625-9FD2-39254CE46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54D57-79C3-4BDD-874F-BCDD88E7A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209800"/>
            <a:ext cx="4762500" cy="3581401"/>
          </a:xfrm>
        </p:spPr>
        <p:txBody>
          <a:bodyPr/>
          <a:lstStyle>
            <a:lvl1pPr marL="914400" indent="-914400">
              <a:lnSpc>
                <a:spcPct val="100000"/>
              </a:lnSpc>
              <a:spcAft>
                <a:spcPts val="600"/>
              </a:spcAft>
              <a:buClr>
                <a:schemeClr val="tx1"/>
              </a:buClr>
              <a:buFont typeface="+mj-lt"/>
              <a:buAutoNum type="arabicPeriod"/>
              <a:defRPr sz="1800" b="1">
                <a:ln>
                  <a:noFill/>
                </a:ln>
                <a:gradFill flip="none" rotWithShape="1">
                  <a:gsLst>
                    <a:gs pos="5000">
                      <a:schemeClr val="accent4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atin typeface="+mn-lt"/>
              </a:defRPr>
            </a:lvl1pPr>
            <a:lvl2pPr marL="914400" indent="0">
              <a:lnSpc>
                <a:spcPct val="100000"/>
              </a:lnSpc>
              <a:spcAft>
                <a:spcPts val="600"/>
              </a:spcAft>
              <a:buNone/>
              <a:defRPr sz="1600"/>
            </a:lvl2pPr>
            <a:lvl3pPr marL="1143000" indent="-231775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/>
            </a:lvl3pPr>
            <a:lvl4pPr marL="914400" indent="0">
              <a:lnSpc>
                <a:spcPct val="100000"/>
              </a:lnSpc>
              <a:spcAft>
                <a:spcPts val="600"/>
              </a:spcAft>
              <a:defRPr sz="1200"/>
            </a:lvl4pPr>
            <a:lvl5pPr marL="914400" indent="0">
              <a:lnSpc>
                <a:spcPct val="100000"/>
              </a:lnSpc>
              <a:spcAft>
                <a:spcPts val="600"/>
              </a:spcAft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CEE42-51F7-4A4F-8B97-9F875E7FF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2023 DOLBY |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4702D-35A2-4B42-B8F3-AB202DBE2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6EB63-47CB-42A9-BE06-570AF14B67E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635D774-4237-421A-A9C6-8FD90616CB9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62700" y="2209800"/>
            <a:ext cx="4762500" cy="3581401"/>
          </a:xfrm>
        </p:spPr>
        <p:txBody>
          <a:bodyPr/>
          <a:lstStyle>
            <a:lvl1pPr marL="914400" indent="-914400">
              <a:lnSpc>
                <a:spcPct val="100000"/>
              </a:lnSpc>
              <a:spcAft>
                <a:spcPts val="600"/>
              </a:spcAft>
              <a:buClr>
                <a:schemeClr val="tx1"/>
              </a:buClr>
              <a:buFont typeface="+mj-lt"/>
              <a:buAutoNum type="arabicPeriod"/>
              <a:defRPr lang="en-US" sz="1800" b="1" kern="1200" dirty="0" smtClean="0">
                <a:ln>
                  <a:noFill/>
                </a:ln>
                <a:gradFill flip="none" rotWithShape="1">
                  <a:gsLst>
                    <a:gs pos="5000">
                      <a:schemeClr val="accent4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atin typeface="+mn-lt"/>
                <a:ea typeface="+mn-ea"/>
                <a:cs typeface="+mn-cs"/>
              </a:defRPr>
            </a:lvl1pPr>
            <a:lvl2pPr marL="914400" indent="0">
              <a:lnSpc>
                <a:spcPct val="100000"/>
              </a:lnSpc>
              <a:spcAft>
                <a:spcPts val="600"/>
              </a:spcAft>
              <a:buNone/>
              <a:defRPr sz="1600"/>
            </a:lvl2pPr>
            <a:lvl3pPr marL="1143000" indent="-23495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/>
            </a:lvl3pPr>
            <a:lvl4pPr marL="914400" indent="0">
              <a:lnSpc>
                <a:spcPct val="100000"/>
              </a:lnSpc>
              <a:spcAft>
                <a:spcPts val="600"/>
              </a:spcAft>
              <a:defRPr sz="1200"/>
            </a:lvl4pPr>
            <a:lvl5pPr marL="914400" indent="0">
              <a:lnSpc>
                <a:spcPct val="100000"/>
              </a:lnSpc>
              <a:spcAft>
                <a:spcPts val="600"/>
              </a:spcAft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3BC27779-152D-4C2B-9BAB-4FDA92E257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62700" y="6326533"/>
            <a:ext cx="1790700" cy="531467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sz="800" cap="all" spc="140" baseline="0">
                <a:solidFill>
                  <a:schemeClr val="tx1"/>
                </a:solidFill>
              </a:defRPr>
            </a:lvl1pPr>
          </a:lstStyle>
          <a:p>
            <a:fld id="{279D19B4-DAED-4797-AF11-357E13A0AFF5}" type="datetime1">
              <a:rPr lang="en-US" smtClean="0"/>
              <a:t>3/21/2025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3255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C0752-BA79-4625-9FD2-39254CE46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54D57-79C3-4BDD-874F-BCDD88E7A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 marL="228600">
              <a:defRPr sz="1800"/>
            </a:lvl2pPr>
            <a:lvl3pPr marL="502920">
              <a:defRPr sz="1600"/>
            </a:lvl3pPr>
            <a:lvl4pPr>
              <a:lnSpc>
                <a:spcPct val="90000"/>
              </a:lnSpc>
              <a:defRPr/>
            </a:lvl4pPr>
            <a:lvl5pPr>
              <a:lnSpc>
                <a:spcPct val="12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CEE42-51F7-4A4F-8B97-9F875E7FF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2023 DOLBY |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4702D-35A2-4B42-B8F3-AB202DBE2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6EB63-47CB-42A9-BE06-570AF14B67E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C789939-6AF6-455A-BDEA-C0E55687BE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66800" y="1"/>
            <a:ext cx="2971800" cy="533400"/>
          </a:xfrm>
        </p:spPr>
        <p:txBody>
          <a:bodyPr anchor="b"/>
          <a:lstStyle>
            <a:lvl1pPr>
              <a:defRPr sz="1000" cap="all" spc="140" baseline="0">
                <a:latin typeface="+mj-lt"/>
              </a:defRPr>
            </a:lvl1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D8FE697F-84BA-4246-82EF-994D97B72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62700" y="6326533"/>
            <a:ext cx="1790700" cy="531467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sz="800" cap="all" spc="140" baseline="0">
                <a:solidFill>
                  <a:schemeClr val="tx1"/>
                </a:solidFill>
              </a:defRPr>
            </a:lvl1pPr>
          </a:lstStyle>
          <a:p>
            <a:fld id="{4E912524-2255-49A0-B142-D6DAE0D3A1F4}" type="datetime1">
              <a:rPr lang="en-US" smtClean="0"/>
              <a:t>3/21/2025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7637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C0752-BA79-4625-9FD2-39254CE46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54D57-79C3-4BDD-874F-BCDD88E7A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  <a:lvl2pPr marL="228600">
              <a:defRPr sz="1800">
                <a:solidFill>
                  <a:schemeClr val="bg1"/>
                </a:solidFill>
              </a:defRPr>
            </a:lvl2pPr>
            <a:lvl3pPr marL="502920">
              <a:defRPr sz="1600">
                <a:solidFill>
                  <a:schemeClr val="bg1"/>
                </a:solidFill>
              </a:defRPr>
            </a:lvl3pPr>
            <a:lvl4pPr>
              <a:lnSpc>
                <a:spcPct val="90000"/>
              </a:lnSpc>
              <a:defRPr>
                <a:solidFill>
                  <a:schemeClr val="bg1"/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CEE42-51F7-4A4F-8B97-9F875E7FF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2023 DOLBY | CONFIDENTIAL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4702D-35A2-4B42-B8F3-AB202DBE2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D6EB63-47CB-42A9-BE06-570AF14B67E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C789939-6AF6-455A-BDEA-C0E55687BE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66800" y="1"/>
            <a:ext cx="2971800" cy="533400"/>
          </a:xfrm>
        </p:spPr>
        <p:txBody>
          <a:bodyPr anchor="b"/>
          <a:lstStyle>
            <a:lvl1pPr>
              <a:defRPr sz="1000" cap="all" spc="14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D8FE697F-84BA-4246-82EF-994D97B72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62700" y="6326533"/>
            <a:ext cx="1790700" cy="531467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sz="800" cap="all" spc="140" baseline="0">
                <a:solidFill>
                  <a:schemeClr val="bg1"/>
                </a:solidFill>
              </a:defRPr>
            </a:lvl1pPr>
          </a:lstStyle>
          <a:p>
            <a:fld id="{4CBDD200-0F23-4D8E-932A-8C2362DF8776}" type="datetime1">
              <a:rPr lang="en-US" smtClean="0"/>
              <a:t>3/21/2025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426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C0752-BA79-4625-9FD2-39254CE46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54D57-79C3-4BDD-874F-BCDD88E7A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33600"/>
            <a:ext cx="4762500" cy="3657601"/>
          </a:xfrm>
        </p:spPr>
        <p:txBody>
          <a:bodyPr/>
          <a:lstStyle>
            <a:lvl1pPr>
              <a:defRPr sz="1800"/>
            </a:lvl1pPr>
            <a:lvl2pPr marL="228600">
              <a:defRPr sz="1600"/>
            </a:lvl2pPr>
            <a:lvl3pPr marL="502920">
              <a:defRPr sz="1400"/>
            </a:lvl3pPr>
            <a:lvl4pPr>
              <a:lnSpc>
                <a:spcPct val="90000"/>
              </a:lnSpc>
              <a:defRPr/>
            </a:lvl4pPr>
            <a:lvl5pPr>
              <a:lnSpc>
                <a:spcPct val="12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CEE42-51F7-4A4F-8B97-9F875E7FF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2023 DOLBY |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4702D-35A2-4B42-B8F3-AB202DBE2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6EB63-47CB-42A9-BE06-570AF14B67E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635D774-4237-421A-A9C6-8FD90616CB9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62700" y="2133600"/>
            <a:ext cx="4762500" cy="3657601"/>
          </a:xfrm>
        </p:spPr>
        <p:txBody>
          <a:bodyPr/>
          <a:lstStyle>
            <a:lvl1pPr>
              <a:defRPr sz="1800"/>
            </a:lvl1pPr>
            <a:lvl2pPr marL="228600">
              <a:defRPr sz="1600"/>
            </a:lvl2pPr>
            <a:lvl3pPr marL="502920">
              <a:defRPr sz="1400"/>
            </a:lvl3pPr>
            <a:lvl4pPr>
              <a:lnSpc>
                <a:spcPct val="90000"/>
              </a:lnSpc>
              <a:defRPr/>
            </a:lvl4pPr>
            <a:lvl5pPr>
              <a:lnSpc>
                <a:spcPct val="12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8D40960-B2FC-4250-843C-0568002736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66800" y="1"/>
            <a:ext cx="2971800" cy="533400"/>
          </a:xfrm>
        </p:spPr>
        <p:txBody>
          <a:bodyPr anchor="b"/>
          <a:lstStyle>
            <a:lvl1pPr>
              <a:defRPr sz="1000" cap="all" spc="140" baseline="0">
                <a:latin typeface="+mj-lt"/>
              </a:defRPr>
            </a:lvl1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1D126A72-7441-4879-9520-686D778AD4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62700" y="6326533"/>
            <a:ext cx="1790700" cy="531467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sz="800" cap="all" spc="140" baseline="0">
                <a:solidFill>
                  <a:schemeClr val="tx1"/>
                </a:solidFill>
              </a:defRPr>
            </a:lvl1pPr>
          </a:lstStyle>
          <a:p>
            <a:fld id="{67DEF619-59DC-482E-85F1-0A9B4CE382EB}" type="datetime1">
              <a:rPr lang="en-US" smtClean="0"/>
              <a:t>3/21/2025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2159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C0752-BA79-4625-9FD2-39254CE46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54D57-79C3-4BDD-874F-BCDD88E7A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33600"/>
            <a:ext cx="2971800" cy="3657601"/>
          </a:xfrm>
        </p:spPr>
        <p:txBody>
          <a:bodyPr/>
          <a:lstStyle>
            <a:lvl1pPr>
              <a:defRPr sz="1800"/>
            </a:lvl1pPr>
            <a:lvl2pPr marL="228600">
              <a:defRPr sz="1600"/>
            </a:lvl2pPr>
            <a:lvl3pPr marL="502920">
              <a:defRPr sz="1400"/>
            </a:lvl3pPr>
            <a:lvl4pPr>
              <a:lnSpc>
                <a:spcPct val="90000"/>
              </a:lnSpc>
              <a:defRPr/>
            </a:lvl4pPr>
            <a:lvl5pPr>
              <a:lnSpc>
                <a:spcPct val="12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CEE42-51F7-4A4F-8B97-9F875E7FF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2023 DOLBY |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4702D-35A2-4B42-B8F3-AB202DBE2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6EB63-47CB-42A9-BE06-570AF14B67E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635D774-4237-421A-A9C6-8FD90616CB9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153400" y="2133600"/>
            <a:ext cx="2971800" cy="3657601"/>
          </a:xfrm>
        </p:spPr>
        <p:txBody>
          <a:bodyPr/>
          <a:lstStyle>
            <a:lvl1pPr>
              <a:defRPr sz="1800"/>
            </a:lvl1pPr>
            <a:lvl2pPr marL="228600">
              <a:defRPr sz="1600"/>
            </a:lvl2pPr>
            <a:lvl3pPr marL="502920">
              <a:defRPr sz="1400"/>
            </a:lvl3pPr>
            <a:lvl4pPr>
              <a:lnSpc>
                <a:spcPct val="90000"/>
              </a:lnSpc>
              <a:defRPr/>
            </a:lvl4pPr>
            <a:lvl5pPr>
              <a:lnSpc>
                <a:spcPct val="12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23C08C8-9F57-41DC-A230-36D86888575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10100" y="2133600"/>
            <a:ext cx="2971800" cy="3657601"/>
          </a:xfrm>
        </p:spPr>
        <p:txBody>
          <a:bodyPr/>
          <a:lstStyle>
            <a:lvl1pPr>
              <a:defRPr sz="1800"/>
            </a:lvl1pPr>
            <a:lvl2pPr marL="228600">
              <a:defRPr sz="1600"/>
            </a:lvl2pPr>
            <a:lvl3pPr marL="502920">
              <a:defRPr sz="1400"/>
            </a:lvl3pPr>
            <a:lvl4pPr>
              <a:lnSpc>
                <a:spcPct val="90000"/>
              </a:lnSpc>
              <a:defRPr/>
            </a:lvl4pPr>
            <a:lvl5pPr>
              <a:lnSpc>
                <a:spcPct val="12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06AED1E-5D97-49DB-9743-AA345D9C778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66800" y="1"/>
            <a:ext cx="2971800" cy="533400"/>
          </a:xfrm>
        </p:spPr>
        <p:txBody>
          <a:bodyPr anchor="b"/>
          <a:lstStyle>
            <a:lvl1pPr>
              <a:defRPr sz="1000" cap="all" spc="140" baseline="0">
                <a:latin typeface="+mj-lt"/>
              </a:defRPr>
            </a:lvl1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7DD2E1BD-58D0-4E2D-9304-1096CEF059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62700" y="6326533"/>
            <a:ext cx="1790700" cy="531467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sz="800" cap="all" spc="140" baseline="0">
                <a:solidFill>
                  <a:schemeClr val="tx1"/>
                </a:solidFill>
              </a:defRPr>
            </a:lvl1pPr>
          </a:lstStyle>
          <a:p>
            <a:fld id="{E06AF5B1-D267-41DC-BB0A-89D755D938E3}" type="datetime1">
              <a:rPr lang="en-US" smtClean="0"/>
              <a:t>3/21/2025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0578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C0752-BA79-4625-9FD2-39254CE46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54D57-79C3-4BDD-874F-BCDD88E7A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33599"/>
            <a:ext cx="2103120" cy="3657601"/>
          </a:xfrm>
        </p:spPr>
        <p:txBody>
          <a:bodyPr/>
          <a:lstStyle>
            <a:lvl1pPr>
              <a:defRPr sz="1800"/>
            </a:lvl1pPr>
            <a:lvl2pPr marL="228600">
              <a:defRPr sz="1600"/>
            </a:lvl2pPr>
            <a:lvl3pPr marL="502920">
              <a:defRPr sz="1400"/>
            </a:lvl3pPr>
            <a:lvl4pPr>
              <a:lnSpc>
                <a:spcPct val="90000"/>
              </a:lnSpc>
              <a:defRPr/>
            </a:lvl4pPr>
            <a:lvl5pPr>
              <a:lnSpc>
                <a:spcPct val="12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CEE42-51F7-4A4F-8B97-9F875E7FF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2023 DOLBY |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4702D-35A2-4B42-B8F3-AB202DBE2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6EB63-47CB-42A9-BE06-570AF14B67E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635D774-4237-421A-A9C6-8FD90616CB9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020813" y="2133599"/>
            <a:ext cx="2103120" cy="3657601"/>
          </a:xfrm>
        </p:spPr>
        <p:txBody>
          <a:bodyPr/>
          <a:lstStyle>
            <a:lvl1pPr>
              <a:defRPr sz="1800"/>
            </a:lvl1pPr>
            <a:lvl2pPr marL="228600">
              <a:defRPr sz="1600"/>
            </a:lvl2pPr>
            <a:lvl3pPr marL="502920">
              <a:defRPr sz="1400"/>
            </a:lvl3pPr>
            <a:lvl4pPr>
              <a:lnSpc>
                <a:spcPct val="90000"/>
              </a:lnSpc>
              <a:defRPr/>
            </a:lvl4pPr>
            <a:lvl5pPr>
              <a:lnSpc>
                <a:spcPct val="12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23C08C8-9F57-41DC-A230-36D86888575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718138" y="2133599"/>
            <a:ext cx="2103120" cy="3657601"/>
          </a:xfrm>
        </p:spPr>
        <p:txBody>
          <a:bodyPr/>
          <a:lstStyle>
            <a:lvl1pPr>
              <a:defRPr sz="1800"/>
            </a:lvl1pPr>
            <a:lvl2pPr marL="228600">
              <a:defRPr sz="1600"/>
            </a:lvl2pPr>
            <a:lvl3pPr marL="502920">
              <a:defRPr sz="1400"/>
            </a:lvl3pPr>
            <a:lvl4pPr>
              <a:lnSpc>
                <a:spcPct val="90000"/>
              </a:lnSpc>
              <a:defRPr/>
            </a:lvl4pPr>
            <a:lvl5pPr>
              <a:lnSpc>
                <a:spcPct val="12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1EE0080-B496-4085-8AFF-3EDF85D215B0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369476" y="2133599"/>
            <a:ext cx="2103120" cy="3657601"/>
          </a:xfrm>
        </p:spPr>
        <p:txBody>
          <a:bodyPr/>
          <a:lstStyle>
            <a:lvl1pPr>
              <a:defRPr sz="1800"/>
            </a:lvl1pPr>
            <a:lvl2pPr marL="228600">
              <a:defRPr sz="1600"/>
            </a:lvl2pPr>
            <a:lvl3pPr marL="502920">
              <a:defRPr sz="1400"/>
            </a:lvl3pPr>
            <a:lvl4pPr>
              <a:lnSpc>
                <a:spcPct val="90000"/>
              </a:lnSpc>
              <a:defRPr/>
            </a:lvl4pPr>
            <a:lvl5pPr>
              <a:lnSpc>
                <a:spcPct val="12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DBBBD1F-75E9-4C97-92DC-03C9D5D792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66800" y="1"/>
            <a:ext cx="2971800" cy="533400"/>
          </a:xfrm>
        </p:spPr>
        <p:txBody>
          <a:bodyPr anchor="b"/>
          <a:lstStyle>
            <a:lvl1pPr>
              <a:defRPr sz="1000" cap="all" spc="140" baseline="0">
                <a:latin typeface="+mj-lt"/>
              </a:defRPr>
            </a:lvl1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EC7FF920-97A6-4A81-8E1F-C2DDD5DEDA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62700" y="6326533"/>
            <a:ext cx="1790700" cy="531467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sz="800" cap="all" spc="140" baseline="0">
                <a:solidFill>
                  <a:schemeClr val="tx1"/>
                </a:solidFill>
              </a:defRPr>
            </a:lvl1pPr>
          </a:lstStyle>
          <a:p>
            <a:fld id="{FFF9F4A3-7878-4AF7-B182-212B8F095AA0}" type="datetime1">
              <a:rPr lang="en-US" smtClean="0"/>
              <a:t>3/21/2025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7685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813B8-E3F4-45D2-B862-A7CEF5147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B539E6-7EAC-4AFF-B6E3-980861F2C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2023 DOLBY |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776C9A-F1EA-43AD-8B7A-F14329389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6EB63-47CB-42A9-BE06-570AF14B67E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286D8213-D72C-47AC-B221-FB80B73CC0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66800" y="1"/>
            <a:ext cx="2971800" cy="533400"/>
          </a:xfrm>
        </p:spPr>
        <p:txBody>
          <a:bodyPr anchor="b"/>
          <a:lstStyle>
            <a:lvl1pPr>
              <a:defRPr sz="1000" cap="all" spc="140" baseline="0">
                <a:latin typeface="+mj-lt"/>
              </a:defRPr>
            </a:lvl1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C653172B-D794-4BC9-84FA-571886D174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62700" y="6326533"/>
            <a:ext cx="1790700" cy="531467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sz="800" cap="all" spc="140" baseline="0">
                <a:solidFill>
                  <a:schemeClr val="tx1"/>
                </a:solidFill>
              </a:defRPr>
            </a:lvl1pPr>
          </a:lstStyle>
          <a:p>
            <a:fld id="{89680192-8B12-4058-96E9-BA069B440156}" type="datetime1">
              <a:rPr lang="en-US" smtClean="0"/>
              <a:t>3/21/2025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8798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C0752-BA79-4625-9FD2-39254CE46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54D57-79C3-4BDD-874F-BCDD88E7A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676400"/>
            <a:ext cx="10058400" cy="4106953"/>
          </a:xfrm>
        </p:spPr>
        <p:txBody>
          <a:bodyPr/>
          <a:lstStyle>
            <a:lvl1pPr>
              <a:defRPr sz="2000"/>
            </a:lvl1pPr>
            <a:lvl2pPr marL="228600">
              <a:defRPr sz="1800"/>
            </a:lvl2pPr>
            <a:lvl3pPr marL="502920">
              <a:defRPr sz="1600"/>
            </a:lvl3pPr>
            <a:lvl4pPr>
              <a:lnSpc>
                <a:spcPct val="90000"/>
              </a:lnSpc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CEE42-51F7-4A4F-8B97-9F875E7FF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2023 DOLBY |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4702D-35A2-4B42-B8F3-AB202DBE2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6EB63-47CB-42A9-BE06-570AF14B67E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C789939-6AF6-455A-BDEA-C0E55687BE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66800" y="1"/>
            <a:ext cx="2971800" cy="533400"/>
          </a:xfrm>
        </p:spPr>
        <p:txBody>
          <a:bodyPr anchor="b"/>
          <a:lstStyle>
            <a:lvl1pPr>
              <a:defRPr sz="1000" cap="all" spc="140" baseline="0">
                <a:latin typeface="+mj-lt"/>
              </a:defRPr>
            </a:lvl1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0A4A4694-E2EC-4D44-8538-1AC262302F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62700" y="6326533"/>
            <a:ext cx="1790700" cy="531467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sz="800" cap="all" spc="140" baseline="0">
                <a:solidFill>
                  <a:schemeClr val="tx1"/>
                </a:solidFill>
              </a:defRPr>
            </a:lvl1pPr>
          </a:lstStyle>
          <a:p>
            <a:fld id="{24E7A8E6-82CD-474E-A849-160D45FEA3B9}" type="datetime1">
              <a:rPr lang="en-US" smtClean="0"/>
              <a:t>3/21/2025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8978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B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C0752-BA79-4625-9FD2-39254CE46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54D57-79C3-4BDD-874F-BCDD88E7A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676400"/>
            <a:ext cx="10058400" cy="4114801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  <a:lvl2pPr marL="228600">
              <a:defRPr sz="1800">
                <a:solidFill>
                  <a:schemeClr val="bg1"/>
                </a:solidFill>
              </a:defRPr>
            </a:lvl2pPr>
            <a:lvl3pPr marL="502920">
              <a:defRPr sz="1600">
                <a:solidFill>
                  <a:schemeClr val="bg1"/>
                </a:solidFill>
              </a:defRPr>
            </a:lvl3pPr>
            <a:lvl4pPr>
              <a:lnSpc>
                <a:spcPct val="90000"/>
              </a:lnSpc>
              <a:defRPr>
                <a:solidFill>
                  <a:schemeClr val="bg1"/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CEE42-51F7-4A4F-8B97-9F875E7FF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2023 DOLBY |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4702D-35A2-4B42-B8F3-AB202DBE2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D6EB63-47CB-42A9-BE06-570AF14B67E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C789939-6AF6-455A-BDEA-C0E55687BE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66800" y="1"/>
            <a:ext cx="2971800" cy="533400"/>
          </a:xfrm>
        </p:spPr>
        <p:txBody>
          <a:bodyPr anchor="b"/>
          <a:lstStyle>
            <a:lvl1pPr>
              <a:defRPr sz="1000" cap="all" spc="14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996BD21C-9265-4FBF-8976-E532D93161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62700" y="6326533"/>
            <a:ext cx="1790700" cy="531467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sz="800" cap="all" spc="140" baseline="0">
                <a:solidFill>
                  <a:schemeClr val="bg1"/>
                </a:solidFill>
              </a:defRPr>
            </a:lvl1pPr>
          </a:lstStyle>
          <a:p>
            <a:fld id="{3CEF9EE2-98A8-4F8D-9C55-B35EEAD8003B}" type="datetime1">
              <a:rPr lang="en-US" smtClean="0"/>
              <a:t>3/21/2025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5547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C0752-BA79-4625-9FD2-39254CE46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US" sz="3200" b="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54D57-79C3-4BDD-874F-BCDD88E7A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676400"/>
            <a:ext cx="4762500" cy="4114801"/>
          </a:xfrm>
        </p:spPr>
        <p:txBody>
          <a:bodyPr/>
          <a:lstStyle>
            <a:lvl1pPr>
              <a:defRPr sz="1800"/>
            </a:lvl1pPr>
            <a:lvl2pPr marL="228600">
              <a:defRPr sz="1600"/>
            </a:lvl2pPr>
            <a:lvl3pPr marL="502920">
              <a:defRPr sz="1400"/>
            </a:lvl3pPr>
            <a:lvl4pPr>
              <a:lnSpc>
                <a:spcPct val="90000"/>
              </a:lnSpc>
              <a:defRPr/>
            </a:lvl4pPr>
            <a:lvl5pPr>
              <a:lnSpc>
                <a:spcPct val="12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CEE42-51F7-4A4F-8B97-9F875E7FF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2023 DOLBY |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4702D-35A2-4B42-B8F3-AB202DBE2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6EB63-47CB-42A9-BE06-570AF14B67E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635D774-4237-421A-A9C6-8FD90616CB9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62700" y="1676400"/>
            <a:ext cx="4762500" cy="4114801"/>
          </a:xfrm>
        </p:spPr>
        <p:txBody>
          <a:bodyPr/>
          <a:lstStyle>
            <a:lvl1pPr>
              <a:defRPr sz="1800"/>
            </a:lvl1pPr>
            <a:lvl2pPr marL="228600">
              <a:defRPr sz="1600"/>
            </a:lvl2pPr>
            <a:lvl3pPr marL="502920">
              <a:defRPr sz="1400"/>
            </a:lvl3pPr>
            <a:lvl4pPr>
              <a:lnSpc>
                <a:spcPct val="90000"/>
              </a:lnSpc>
              <a:defRPr/>
            </a:lvl4pPr>
            <a:lvl5pPr>
              <a:lnSpc>
                <a:spcPct val="12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8D40960-B2FC-4250-843C-0568002736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66800" y="1"/>
            <a:ext cx="2971800" cy="533400"/>
          </a:xfrm>
        </p:spPr>
        <p:txBody>
          <a:bodyPr anchor="b"/>
          <a:lstStyle>
            <a:lvl1pPr>
              <a:defRPr sz="1000" cap="all" spc="140" baseline="0">
                <a:latin typeface="+mj-lt"/>
              </a:defRPr>
            </a:lvl1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892DC984-2397-450B-B91A-B22B9FFEB7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62700" y="6326533"/>
            <a:ext cx="1790700" cy="531467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sz="800" cap="all" spc="140" baseline="0">
                <a:solidFill>
                  <a:schemeClr val="tx1"/>
                </a:solidFill>
              </a:defRPr>
            </a:lvl1pPr>
          </a:lstStyle>
          <a:p>
            <a:fld id="{21943A6E-692A-4F02-B964-F2C272D848EA}" type="datetime1">
              <a:rPr lang="en-US" smtClean="0"/>
              <a:t>3/21/2025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0266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B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C0752-BA79-4625-9FD2-39254CE46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066800"/>
            <a:ext cx="4762500" cy="609600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54D57-79C3-4BDD-874F-BCDD88E7A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676400"/>
            <a:ext cx="2971800" cy="4114801"/>
          </a:xfrm>
        </p:spPr>
        <p:txBody>
          <a:bodyPr/>
          <a:lstStyle>
            <a:lvl1pPr>
              <a:defRPr sz="1800"/>
            </a:lvl1pPr>
            <a:lvl2pPr marL="228600">
              <a:defRPr sz="1600"/>
            </a:lvl2pPr>
            <a:lvl3pPr marL="502920">
              <a:defRPr sz="1400"/>
            </a:lvl3pPr>
            <a:lvl4pPr>
              <a:lnSpc>
                <a:spcPct val="90000"/>
              </a:lnSpc>
              <a:defRPr/>
            </a:lvl4pPr>
            <a:lvl5pPr>
              <a:lnSpc>
                <a:spcPct val="12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CEE42-51F7-4A4F-8B97-9F875E7FF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2023 DOLBY |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4702D-35A2-4B42-B8F3-AB202DBE2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6EB63-47CB-42A9-BE06-570AF14B67E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635D774-4237-421A-A9C6-8FD90616CB9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0" y="1066800"/>
            <a:ext cx="5029200" cy="4724401"/>
          </a:xfrm>
        </p:spPr>
        <p:txBody>
          <a:bodyPr/>
          <a:lstStyle>
            <a:lvl1pPr>
              <a:defRPr sz="1800"/>
            </a:lvl1pPr>
            <a:lvl2pPr marL="228600">
              <a:defRPr sz="1600"/>
            </a:lvl2pPr>
            <a:lvl3pPr marL="502920">
              <a:defRPr sz="1400"/>
            </a:lvl3pPr>
            <a:lvl4pPr>
              <a:lnSpc>
                <a:spcPct val="90000"/>
              </a:lnSpc>
              <a:defRPr/>
            </a:lvl4pPr>
            <a:lvl5pPr>
              <a:lnSpc>
                <a:spcPct val="12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06AED1E-5D97-49DB-9743-AA345D9C778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66800" y="1"/>
            <a:ext cx="2971800" cy="533400"/>
          </a:xfrm>
        </p:spPr>
        <p:txBody>
          <a:bodyPr anchor="b"/>
          <a:lstStyle>
            <a:lvl1pPr>
              <a:defRPr sz="1000" cap="all" spc="140" baseline="0">
                <a:latin typeface="+mj-lt"/>
              </a:defRPr>
            </a:lvl1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32EA726F-3AC9-4ABB-A6E7-C44908E50B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62700" y="6326533"/>
            <a:ext cx="1790700" cy="531467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sz="800" cap="all" spc="140" baseline="0">
                <a:solidFill>
                  <a:schemeClr val="tx1"/>
                </a:solidFill>
              </a:defRPr>
            </a:lvl1pPr>
          </a:lstStyle>
          <a:p>
            <a:fld id="{C5474F0D-69ED-4CA0-8C13-650B95615BC9}" type="datetime1">
              <a:rPr lang="en-US" smtClean="0"/>
              <a:t>3/21/2025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8090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B + 1/2 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C0752-BA79-4625-9FD2-39254CE46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066800"/>
            <a:ext cx="4762500" cy="609600"/>
          </a:xfrm>
        </p:spPr>
        <p:txBody>
          <a:bodyPr/>
          <a:lstStyle>
            <a:lvl1pPr>
              <a:defRPr lang="en-US" sz="3200" b="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54D57-79C3-4BDD-874F-BCDD88E7A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676400"/>
            <a:ext cx="4762500" cy="4114801"/>
          </a:xfrm>
        </p:spPr>
        <p:txBody>
          <a:bodyPr/>
          <a:lstStyle>
            <a:lvl1pPr>
              <a:defRPr sz="1800"/>
            </a:lvl1pPr>
            <a:lvl2pPr marL="228600">
              <a:defRPr sz="1600"/>
            </a:lvl2pPr>
            <a:lvl3pPr marL="502920">
              <a:defRPr sz="1400"/>
            </a:lvl3pPr>
            <a:lvl4pPr>
              <a:lnSpc>
                <a:spcPct val="90000"/>
              </a:lnSpc>
              <a:defRPr/>
            </a:lvl4pPr>
            <a:lvl5pPr>
              <a:lnSpc>
                <a:spcPct val="12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CEE42-51F7-4A4F-8B97-9F875E7FF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2023 DOLBY |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4702D-35A2-4B42-B8F3-AB202DBE2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6EB63-47CB-42A9-BE06-570AF14B67E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8D40960-B2FC-4250-843C-0568002736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66800" y="1"/>
            <a:ext cx="2971800" cy="533400"/>
          </a:xfrm>
        </p:spPr>
        <p:txBody>
          <a:bodyPr anchor="b"/>
          <a:lstStyle>
            <a:lvl1pPr>
              <a:defRPr sz="1000" cap="all" spc="140" baseline="0">
                <a:latin typeface="+mj-lt"/>
              </a:defRPr>
            </a:lvl1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4B32244E-84AE-40BD-9D22-7213E484998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62700" y="1068255"/>
            <a:ext cx="4762500" cy="4722945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 lIns="274320" rIns="274320"/>
          <a:lstStyle>
            <a:lvl1pPr>
              <a:defRPr sz="1600" b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B95015B-0594-401F-B0C6-6D8E48B99A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62700" y="6326533"/>
            <a:ext cx="1790700" cy="531467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sz="800" cap="all" spc="140" baseline="0">
                <a:solidFill>
                  <a:schemeClr val="tx1"/>
                </a:solidFill>
              </a:defRPr>
            </a:lvl1pPr>
          </a:lstStyle>
          <a:p>
            <a:fld id="{9E3906F8-32E8-47EF-897B-F5303AC6F977}" type="datetime1">
              <a:rPr lang="en-US" smtClean="0"/>
              <a:t>3/21/2025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6437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C0752-BA79-4625-9FD2-39254CE46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54D57-79C3-4BDD-874F-BCDD88E7A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676400"/>
            <a:ext cx="2971800" cy="4114801"/>
          </a:xfrm>
        </p:spPr>
        <p:txBody>
          <a:bodyPr/>
          <a:lstStyle>
            <a:lvl1pPr>
              <a:defRPr sz="1800"/>
            </a:lvl1pPr>
            <a:lvl2pPr marL="228600">
              <a:defRPr sz="1600"/>
            </a:lvl2pPr>
            <a:lvl3pPr marL="502920">
              <a:defRPr sz="1400"/>
            </a:lvl3pPr>
            <a:lvl4pPr>
              <a:lnSpc>
                <a:spcPct val="90000"/>
              </a:lnSpc>
              <a:defRPr/>
            </a:lvl4pPr>
            <a:lvl5pPr>
              <a:lnSpc>
                <a:spcPct val="12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CEE42-51F7-4A4F-8B97-9F875E7FF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2023 DOLBY |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4702D-35A2-4B42-B8F3-AB202DBE2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6EB63-47CB-42A9-BE06-570AF14B67E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635D774-4237-421A-A9C6-8FD90616CB9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153400" y="1676400"/>
            <a:ext cx="2971800" cy="4114801"/>
          </a:xfrm>
        </p:spPr>
        <p:txBody>
          <a:bodyPr/>
          <a:lstStyle>
            <a:lvl1pPr>
              <a:defRPr sz="1800"/>
            </a:lvl1pPr>
            <a:lvl2pPr marL="228600">
              <a:defRPr sz="1600"/>
            </a:lvl2pPr>
            <a:lvl3pPr marL="502920">
              <a:defRPr sz="1400"/>
            </a:lvl3pPr>
            <a:lvl4pPr>
              <a:lnSpc>
                <a:spcPct val="90000"/>
              </a:lnSpc>
              <a:defRPr/>
            </a:lvl4pPr>
            <a:lvl5pPr>
              <a:lnSpc>
                <a:spcPct val="12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23C08C8-9F57-41DC-A230-36D86888575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10100" y="1676400"/>
            <a:ext cx="2971800" cy="4114801"/>
          </a:xfrm>
        </p:spPr>
        <p:txBody>
          <a:bodyPr/>
          <a:lstStyle>
            <a:lvl1pPr>
              <a:defRPr sz="1800"/>
            </a:lvl1pPr>
            <a:lvl2pPr marL="228600">
              <a:defRPr sz="1600"/>
            </a:lvl2pPr>
            <a:lvl3pPr marL="502920">
              <a:defRPr sz="1400"/>
            </a:lvl3pPr>
            <a:lvl4pPr>
              <a:lnSpc>
                <a:spcPct val="90000"/>
              </a:lnSpc>
              <a:defRPr/>
            </a:lvl4pPr>
            <a:lvl5pPr>
              <a:lnSpc>
                <a:spcPct val="12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06AED1E-5D97-49DB-9743-AA345D9C778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66800" y="1"/>
            <a:ext cx="2971800" cy="533400"/>
          </a:xfrm>
        </p:spPr>
        <p:txBody>
          <a:bodyPr anchor="b"/>
          <a:lstStyle>
            <a:lvl1pPr>
              <a:defRPr sz="1000" cap="all" spc="140" baseline="0">
                <a:latin typeface="+mj-lt"/>
              </a:defRPr>
            </a:lvl1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F298208A-70BB-4077-8DC5-4BEA4C5267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62700" y="6326533"/>
            <a:ext cx="1790700" cy="531467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sz="800" cap="all" spc="140" baseline="0">
                <a:solidFill>
                  <a:schemeClr val="tx1"/>
                </a:solidFill>
              </a:defRPr>
            </a:lvl1pPr>
          </a:lstStyle>
          <a:p>
            <a:fld id="{836DFDF0-4454-4059-A1BE-1AB1F28472A7}" type="datetime1">
              <a:rPr lang="en-US" smtClean="0"/>
              <a:t>3/21/2025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0903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C0752-BA79-4625-9FD2-39254CE46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54D57-79C3-4BDD-874F-BCDD88E7A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676401"/>
            <a:ext cx="2103120" cy="4114800"/>
          </a:xfrm>
        </p:spPr>
        <p:txBody>
          <a:bodyPr/>
          <a:lstStyle>
            <a:lvl1pPr>
              <a:defRPr sz="1800"/>
            </a:lvl1pPr>
            <a:lvl2pPr marL="228600">
              <a:defRPr sz="1600"/>
            </a:lvl2pPr>
            <a:lvl3pPr marL="502920">
              <a:defRPr sz="1400"/>
            </a:lvl3pPr>
            <a:lvl4pPr>
              <a:lnSpc>
                <a:spcPct val="90000"/>
              </a:lnSpc>
              <a:defRPr/>
            </a:lvl4pPr>
            <a:lvl5pPr>
              <a:lnSpc>
                <a:spcPct val="12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CEE42-51F7-4A4F-8B97-9F875E7FF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2023 DOLBY |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4702D-35A2-4B42-B8F3-AB202DBE2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6EB63-47CB-42A9-BE06-570AF14B67E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635D774-4237-421A-A9C6-8FD90616CB9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020813" y="1676401"/>
            <a:ext cx="2103120" cy="4114800"/>
          </a:xfrm>
        </p:spPr>
        <p:txBody>
          <a:bodyPr/>
          <a:lstStyle>
            <a:lvl1pPr>
              <a:defRPr sz="1800"/>
            </a:lvl1pPr>
            <a:lvl2pPr marL="228600">
              <a:defRPr sz="1600"/>
            </a:lvl2pPr>
            <a:lvl3pPr marL="502920">
              <a:defRPr sz="1400"/>
            </a:lvl3pPr>
            <a:lvl4pPr>
              <a:lnSpc>
                <a:spcPct val="90000"/>
              </a:lnSpc>
              <a:defRPr/>
            </a:lvl4pPr>
            <a:lvl5pPr>
              <a:lnSpc>
                <a:spcPct val="12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23C08C8-9F57-41DC-A230-36D86888575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718138" y="1676401"/>
            <a:ext cx="2103120" cy="4114800"/>
          </a:xfrm>
        </p:spPr>
        <p:txBody>
          <a:bodyPr/>
          <a:lstStyle>
            <a:lvl1pPr>
              <a:defRPr sz="1800"/>
            </a:lvl1pPr>
            <a:lvl2pPr marL="228600">
              <a:defRPr sz="1600"/>
            </a:lvl2pPr>
            <a:lvl3pPr marL="502920">
              <a:defRPr sz="1400"/>
            </a:lvl3pPr>
            <a:lvl4pPr>
              <a:lnSpc>
                <a:spcPct val="90000"/>
              </a:lnSpc>
              <a:defRPr/>
            </a:lvl4pPr>
            <a:lvl5pPr>
              <a:lnSpc>
                <a:spcPct val="12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1EE0080-B496-4085-8AFF-3EDF85D215B0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369476" y="1676401"/>
            <a:ext cx="2103120" cy="4114800"/>
          </a:xfrm>
        </p:spPr>
        <p:txBody>
          <a:bodyPr/>
          <a:lstStyle>
            <a:lvl1pPr>
              <a:defRPr sz="1800"/>
            </a:lvl1pPr>
            <a:lvl2pPr marL="228600">
              <a:defRPr sz="1600"/>
            </a:lvl2pPr>
            <a:lvl3pPr marL="502920">
              <a:defRPr sz="1400"/>
            </a:lvl3pPr>
            <a:lvl4pPr>
              <a:lnSpc>
                <a:spcPct val="90000"/>
              </a:lnSpc>
              <a:defRPr/>
            </a:lvl4pPr>
            <a:lvl5pPr>
              <a:lnSpc>
                <a:spcPct val="12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DBBBD1F-75E9-4C97-92DC-03C9D5D792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66800" y="1"/>
            <a:ext cx="2971800" cy="533400"/>
          </a:xfrm>
        </p:spPr>
        <p:txBody>
          <a:bodyPr anchor="b"/>
          <a:lstStyle>
            <a:lvl1pPr>
              <a:defRPr sz="1000" cap="all" spc="140" baseline="0">
                <a:latin typeface="+mj-lt"/>
              </a:defRPr>
            </a:lvl1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BC86C4A6-50C7-4D84-A06E-513F4274DC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62700" y="6326533"/>
            <a:ext cx="1790700" cy="531467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sz="800" cap="all" spc="140" baseline="0">
                <a:solidFill>
                  <a:schemeClr val="tx1"/>
                </a:solidFill>
              </a:defRPr>
            </a:lvl1pPr>
          </a:lstStyle>
          <a:p>
            <a:fld id="{BFA631F9-5838-428A-A6A0-F11FFD555A28}" type="datetime1">
              <a:rPr lang="en-US" smtClean="0"/>
              <a:t>3/21/2025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9625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813B8-E3F4-45D2-B862-A7CEF5147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B539E6-7EAC-4AFF-B6E3-980861F2C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2023 DOLBY |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776C9A-F1EA-43AD-8B7A-F14329389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6EB63-47CB-42A9-BE06-570AF14B67E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286D8213-D72C-47AC-B221-FB80B73CC0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66800" y="1"/>
            <a:ext cx="2971800" cy="533400"/>
          </a:xfrm>
        </p:spPr>
        <p:txBody>
          <a:bodyPr anchor="b"/>
          <a:lstStyle>
            <a:lvl1pPr>
              <a:defRPr sz="1000" cap="all" spc="140" baseline="0">
                <a:latin typeface="+mj-lt"/>
              </a:defRPr>
            </a:lvl1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3A25182B-D69F-4E95-B4BF-1072106B78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62700" y="6326533"/>
            <a:ext cx="1790700" cy="531467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sz="800" cap="all" spc="140" baseline="0">
                <a:solidFill>
                  <a:schemeClr val="tx1"/>
                </a:solidFill>
              </a:defRPr>
            </a:lvl1pPr>
          </a:lstStyle>
          <a:p>
            <a:fld id="{CDC12F58-DA6E-4099-A2B0-F1DCE5F5629C}" type="datetime1">
              <a:rPr lang="en-US" smtClean="0"/>
              <a:t>3/21/2025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4597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Stats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B539E6-7EAC-4AFF-B6E3-980861F2C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2023 DOLBY |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776C9A-F1EA-43AD-8B7A-F14329389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6EB63-47CB-42A9-BE06-570AF14B67E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286D8213-D72C-47AC-B221-FB80B73CC0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66800" y="1"/>
            <a:ext cx="2971800" cy="533400"/>
          </a:xfrm>
        </p:spPr>
        <p:txBody>
          <a:bodyPr anchor="b"/>
          <a:lstStyle>
            <a:lvl1pPr>
              <a:defRPr sz="1000" cap="all" spc="140" baseline="0">
                <a:latin typeface="+mj-lt"/>
              </a:defRPr>
            </a:lvl1pPr>
          </a:lstStyle>
          <a:p>
            <a:pPr lvl="0"/>
            <a:r>
              <a:rPr lang="en-US" dirty="0"/>
              <a:t>Click to edit section title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077FEA3-C5EA-4E8A-80CE-CF196C28FD4E}"/>
              </a:ext>
            </a:extLst>
          </p:cNvPr>
          <p:cNvGrpSpPr/>
          <p:nvPr userDrawn="1"/>
        </p:nvGrpSpPr>
        <p:grpSpPr>
          <a:xfrm>
            <a:off x="1066800" y="1302960"/>
            <a:ext cx="10058400" cy="4294055"/>
            <a:chOff x="2363786" y="2811780"/>
            <a:chExt cx="19659600" cy="8229600"/>
          </a:xfrm>
        </p:grpSpPr>
        <p:sp>
          <p:nvSpPr>
            <p:cNvPr id="9" name="Rectangle">
              <a:extLst>
                <a:ext uri="{FF2B5EF4-FFF2-40B4-BE49-F238E27FC236}">
                  <a16:creationId xmlns:a16="http://schemas.microsoft.com/office/drawing/2014/main" id="{2C980C48-E9B7-4DF2-8B91-B5C9AAAD201E}"/>
                </a:ext>
              </a:extLst>
            </p:cNvPr>
            <p:cNvSpPr/>
            <p:nvPr/>
          </p:nvSpPr>
          <p:spPr>
            <a:xfrm>
              <a:off x="2363786" y="6858000"/>
              <a:ext cx="19659600" cy="73152"/>
            </a:xfrm>
            <a:prstGeom prst="rect">
              <a:avLst/>
            </a:prstGeom>
            <a:solidFill>
              <a:srgbClr val="000000">
                <a:alpha val="10000"/>
              </a:srgb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 spc="0">
                  <a:solidFill>
                    <a:srgbClr val="A9A9A9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sz="3200" b="0" i="0" u="none" strike="noStrike" kern="0" cap="none" spc="0" normalizeH="0" baseline="0" noProof="0">
                <a:ln>
                  <a:noFill/>
                </a:ln>
                <a:solidFill>
                  <a:srgbClr val="A9A9A9"/>
                </a:solidFill>
                <a:effectLst/>
                <a:uLnTx/>
                <a:uFillTx/>
                <a:latin typeface="AvenirNext LT Pro Regular" panose="020B0504020202020204" pitchFamily="34" charset="0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0" name="Rectangle">
              <a:extLst>
                <a:ext uri="{FF2B5EF4-FFF2-40B4-BE49-F238E27FC236}">
                  <a16:creationId xmlns:a16="http://schemas.microsoft.com/office/drawing/2014/main" id="{EBE704B1-F186-4B5D-9DE5-B80E5DB5BF5F}"/>
                </a:ext>
              </a:extLst>
            </p:cNvPr>
            <p:cNvSpPr/>
            <p:nvPr/>
          </p:nvSpPr>
          <p:spPr>
            <a:xfrm rot="5400000">
              <a:off x="8078786" y="6890004"/>
              <a:ext cx="8229600" cy="73152"/>
            </a:xfrm>
            <a:prstGeom prst="rect">
              <a:avLst/>
            </a:prstGeom>
            <a:solidFill>
              <a:srgbClr val="000000">
                <a:alpha val="10000"/>
              </a:srgb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 spc="0">
                  <a:solidFill>
                    <a:srgbClr val="A9A9A9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sz="3200" b="0" i="0" u="none" strike="noStrike" kern="0" cap="none" spc="0" normalizeH="0" baseline="0" noProof="0">
                <a:ln>
                  <a:noFill/>
                </a:ln>
                <a:solidFill>
                  <a:srgbClr val="A9A9A9"/>
                </a:solidFill>
                <a:effectLst/>
                <a:uLnTx/>
                <a:uFillTx/>
                <a:latin typeface="AvenirNext LT Pro Regular" panose="020B0504020202020204" pitchFamily="34" charset="0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1" name="Rectangle">
              <a:extLst>
                <a:ext uri="{FF2B5EF4-FFF2-40B4-BE49-F238E27FC236}">
                  <a16:creationId xmlns:a16="http://schemas.microsoft.com/office/drawing/2014/main" id="{5503E041-DBB6-4971-97B5-ABB1212D3282}"/>
                </a:ext>
              </a:extLst>
            </p:cNvPr>
            <p:cNvSpPr/>
            <p:nvPr/>
          </p:nvSpPr>
          <p:spPr>
            <a:xfrm>
              <a:off x="11507787" y="6858000"/>
              <a:ext cx="1371600" cy="73152"/>
            </a:xfrm>
            <a:prstGeom prst="rect">
              <a:avLst/>
            </a:prstGeom>
            <a:gradFill>
              <a:gsLst>
                <a:gs pos="0">
                  <a:srgbClr val="924BF2"/>
                </a:gs>
                <a:gs pos="100000">
                  <a:srgbClr val="F52493">
                    <a:hueOff val="16109722"/>
                    <a:satOff val="32575"/>
                    <a:lumOff val="14117"/>
                  </a:srgbClr>
                </a:gs>
              </a:gsLst>
              <a:lin ang="12553575"/>
            </a:gra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 spc="0">
                  <a:solidFill>
                    <a:srgbClr val="A9A9A9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sz="3200" b="0" i="0" u="none" strike="noStrike" kern="0" cap="none" spc="0" normalizeH="0" baseline="0" noProof="0">
                <a:ln>
                  <a:noFill/>
                </a:ln>
                <a:solidFill>
                  <a:srgbClr val="A9A9A9"/>
                </a:solidFill>
                <a:effectLst/>
                <a:uLnTx/>
                <a:uFillTx/>
                <a:latin typeface="AvenirNext LT Pro Regular" panose="020B0504020202020204" pitchFamily="34" charset="0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2" name="Rectangle">
              <a:extLst>
                <a:ext uri="{FF2B5EF4-FFF2-40B4-BE49-F238E27FC236}">
                  <a16:creationId xmlns:a16="http://schemas.microsoft.com/office/drawing/2014/main" id="{672443E5-79AE-411B-9A8E-3BE23AB9DA69}"/>
                </a:ext>
              </a:extLst>
            </p:cNvPr>
            <p:cNvSpPr/>
            <p:nvPr/>
          </p:nvSpPr>
          <p:spPr>
            <a:xfrm rot="5400000">
              <a:off x="11507786" y="6890004"/>
              <a:ext cx="1371600" cy="73152"/>
            </a:xfrm>
            <a:prstGeom prst="rect">
              <a:avLst/>
            </a:prstGeom>
            <a:gradFill>
              <a:gsLst>
                <a:gs pos="0">
                  <a:srgbClr val="924BF2"/>
                </a:gs>
                <a:gs pos="100000">
                  <a:srgbClr val="F52493">
                    <a:hueOff val="16109722"/>
                    <a:satOff val="32575"/>
                    <a:lumOff val="14117"/>
                  </a:srgbClr>
                </a:gs>
              </a:gsLst>
              <a:lin ang="12000000" scaled="0"/>
            </a:gra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 spc="0">
                  <a:solidFill>
                    <a:srgbClr val="A9A9A9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sz="3200" b="0" i="0" u="none" strike="noStrike" kern="0" cap="none" spc="0" normalizeH="0" baseline="0" noProof="0">
                <a:ln>
                  <a:noFill/>
                </a:ln>
                <a:solidFill>
                  <a:srgbClr val="A9A9A9"/>
                </a:solidFill>
                <a:effectLst/>
                <a:uLnTx/>
                <a:uFillTx/>
                <a:latin typeface="AvenirNext LT Pro Regular" panose="020B0504020202020204" pitchFamily="34" charset="0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88AA4C21-94AF-450F-982B-54D4B0CF2BE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583882" y="1339985"/>
            <a:ext cx="1992312" cy="1800875"/>
          </a:xfrm>
        </p:spPr>
        <p:txBody>
          <a:bodyPr/>
          <a:lstStyle>
            <a:lvl1pPr algn="ctr">
              <a:lnSpc>
                <a:spcPct val="90000"/>
              </a:lnSpc>
              <a:spcAft>
                <a:spcPts val="0"/>
              </a:spcAft>
              <a:defRPr sz="4800" b="1">
                <a:solidFill>
                  <a:schemeClr val="tx1"/>
                </a:solidFill>
              </a:defRPr>
            </a:lvl1pPr>
            <a:lvl2pPr marL="4763" indent="0" algn="ctr">
              <a:lnSpc>
                <a:spcPct val="90000"/>
              </a:lnSpc>
              <a:spcAft>
                <a:spcPts val="0"/>
              </a:spcAft>
              <a:buNone/>
              <a:defRPr sz="2400" b="1">
                <a:solidFill>
                  <a:schemeClr val="tx1"/>
                </a:solidFill>
              </a:defRPr>
            </a:lvl2pPr>
            <a:lvl3pPr marL="0" indent="0">
              <a:buNone/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278985DE-12A0-4303-A711-7EE65038585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83882" y="3714188"/>
            <a:ext cx="1992312" cy="1800875"/>
          </a:xfrm>
        </p:spPr>
        <p:txBody>
          <a:bodyPr/>
          <a:lstStyle>
            <a:lvl1pPr algn="ctr">
              <a:lnSpc>
                <a:spcPct val="90000"/>
              </a:lnSpc>
              <a:spcAft>
                <a:spcPts val="0"/>
              </a:spcAft>
              <a:defRPr sz="4800" b="1">
                <a:solidFill>
                  <a:schemeClr val="tx1"/>
                </a:solidFill>
              </a:defRPr>
            </a:lvl1pPr>
            <a:lvl2pPr marL="4763" indent="0" algn="ctr">
              <a:lnSpc>
                <a:spcPct val="90000"/>
              </a:lnSpc>
              <a:spcAft>
                <a:spcPts val="0"/>
              </a:spcAft>
              <a:buNone/>
              <a:defRPr sz="2400" b="1">
                <a:solidFill>
                  <a:schemeClr val="tx1"/>
                </a:solidFill>
              </a:defRPr>
            </a:lvl2pPr>
            <a:lvl3pPr marL="0" indent="0">
              <a:buNone/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Text Placeholder 25">
            <a:extLst>
              <a:ext uri="{FF2B5EF4-FFF2-40B4-BE49-F238E27FC236}">
                <a16:creationId xmlns:a16="http://schemas.microsoft.com/office/drawing/2014/main" id="{2E5D043A-5662-4AC2-AB94-4C5C3E71651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883564" y="1339986"/>
            <a:ext cx="1992312" cy="1800875"/>
          </a:xfrm>
        </p:spPr>
        <p:txBody>
          <a:bodyPr/>
          <a:lstStyle>
            <a:lvl1pPr algn="ctr">
              <a:lnSpc>
                <a:spcPct val="90000"/>
              </a:lnSpc>
              <a:spcAft>
                <a:spcPts val="0"/>
              </a:spcAft>
              <a:defRPr sz="4800" b="1">
                <a:solidFill>
                  <a:schemeClr val="tx1"/>
                </a:solidFill>
              </a:defRPr>
            </a:lvl1pPr>
            <a:lvl2pPr marL="4763" indent="0" algn="ctr">
              <a:lnSpc>
                <a:spcPct val="90000"/>
              </a:lnSpc>
              <a:spcAft>
                <a:spcPts val="0"/>
              </a:spcAft>
              <a:buNone/>
              <a:defRPr sz="2400" b="1">
                <a:solidFill>
                  <a:schemeClr val="tx1"/>
                </a:solidFill>
              </a:defRPr>
            </a:lvl2pPr>
            <a:lvl3pPr marL="0" indent="0">
              <a:buNone/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Text Placeholder 25">
            <a:extLst>
              <a:ext uri="{FF2B5EF4-FFF2-40B4-BE49-F238E27FC236}">
                <a16:creationId xmlns:a16="http://schemas.microsoft.com/office/drawing/2014/main" id="{9B86D0CE-5490-4F23-8E67-4C5B4BB4162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83564" y="3714189"/>
            <a:ext cx="1992312" cy="1800875"/>
          </a:xfrm>
        </p:spPr>
        <p:txBody>
          <a:bodyPr/>
          <a:lstStyle>
            <a:lvl1pPr algn="ctr">
              <a:lnSpc>
                <a:spcPct val="90000"/>
              </a:lnSpc>
              <a:spcAft>
                <a:spcPts val="0"/>
              </a:spcAft>
              <a:defRPr sz="4800" b="1">
                <a:solidFill>
                  <a:schemeClr val="tx1"/>
                </a:solidFill>
              </a:defRPr>
            </a:lvl1pPr>
            <a:lvl2pPr marL="4763" indent="0" algn="ctr">
              <a:lnSpc>
                <a:spcPct val="90000"/>
              </a:lnSpc>
              <a:spcAft>
                <a:spcPts val="0"/>
              </a:spcAft>
              <a:buNone/>
              <a:defRPr sz="2400" b="1">
                <a:solidFill>
                  <a:schemeClr val="tx1"/>
                </a:solidFill>
              </a:defRPr>
            </a:lvl2pPr>
            <a:lvl3pPr marL="0" indent="0">
              <a:buNone/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C0AFC81B-C3F4-4A19-8BB7-F99C4D9E06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62700" y="6326533"/>
            <a:ext cx="1790700" cy="531467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sz="800" cap="all" spc="140" baseline="0">
                <a:solidFill>
                  <a:schemeClr val="tx1"/>
                </a:solidFill>
              </a:defRPr>
            </a:lvl1pPr>
          </a:lstStyle>
          <a:p>
            <a:fld id="{5F2AE822-5BD8-4CAB-9DE8-75E9C9A56275}" type="datetime1">
              <a:rPr lang="en-US" smtClean="0"/>
              <a:t>3/21/2025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5300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92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Stats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B539E6-7EAC-4AFF-B6E3-980861F2C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2023 DOLBY |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776C9A-F1EA-43AD-8B7A-F14329389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D6EB63-47CB-42A9-BE06-570AF14B67E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286D8213-D72C-47AC-B221-FB80B73CC0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66800" y="1"/>
            <a:ext cx="2971800" cy="533400"/>
          </a:xfrm>
        </p:spPr>
        <p:txBody>
          <a:bodyPr anchor="b"/>
          <a:lstStyle>
            <a:lvl1pPr>
              <a:defRPr sz="1000" cap="all" spc="14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section title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077FEA3-C5EA-4E8A-80CE-CF196C28FD4E}"/>
              </a:ext>
            </a:extLst>
          </p:cNvPr>
          <p:cNvGrpSpPr/>
          <p:nvPr userDrawn="1"/>
        </p:nvGrpSpPr>
        <p:grpSpPr>
          <a:xfrm>
            <a:off x="1066800" y="1302960"/>
            <a:ext cx="10058400" cy="4294055"/>
            <a:chOff x="2363786" y="2811780"/>
            <a:chExt cx="19659600" cy="8229600"/>
          </a:xfrm>
        </p:grpSpPr>
        <p:sp>
          <p:nvSpPr>
            <p:cNvPr id="9" name="Rectangle">
              <a:extLst>
                <a:ext uri="{FF2B5EF4-FFF2-40B4-BE49-F238E27FC236}">
                  <a16:creationId xmlns:a16="http://schemas.microsoft.com/office/drawing/2014/main" id="{2C980C48-E9B7-4DF2-8B91-B5C9AAAD201E}"/>
                </a:ext>
              </a:extLst>
            </p:cNvPr>
            <p:cNvSpPr/>
            <p:nvPr/>
          </p:nvSpPr>
          <p:spPr>
            <a:xfrm>
              <a:off x="2363786" y="6858000"/>
              <a:ext cx="19659600" cy="73152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 spc="0">
                  <a:solidFill>
                    <a:srgbClr val="A9A9A9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sz="32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venirNext LT Pro Regular" panose="020B0504020202020204" pitchFamily="34" charset="0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0" name="Rectangle">
              <a:extLst>
                <a:ext uri="{FF2B5EF4-FFF2-40B4-BE49-F238E27FC236}">
                  <a16:creationId xmlns:a16="http://schemas.microsoft.com/office/drawing/2014/main" id="{EBE704B1-F186-4B5D-9DE5-B80E5DB5BF5F}"/>
                </a:ext>
              </a:extLst>
            </p:cNvPr>
            <p:cNvSpPr/>
            <p:nvPr/>
          </p:nvSpPr>
          <p:spPr>
            <a:xfrm rot="5400000">
              <a:off x="8078786" y="6890004"/>
              <a:ext cx="8229600" cy="73152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 spc="0">
                  <a:solidFill>
                    <a:srgbClr val="A9A9A9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sz="32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venirNext LT Pro Regular" panose="020B0504020202020204" pitchFamily="34" charset="0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1" name="Rectangle">
              <a:extLst>
                <a:ext uri="{FF2B5EF4-FFF2-40B4-BE49-F238E27FC236}">
                  <a16:creationId xmlns:a16="http://schemas.microsoft.com/office/drawing/2014/main" id="{5503E041-DBB6-4971-97B5-ABB1212D3282}"/>
                </a:ext>
              </a:extLst>
            </p:cNvPr>
            <p:cNvSpPr/>
            <p:nvPr/>
          </p:nvSpPr>
          <p:spPr>
            <a:xfrm>
              <a:off x="11507787" y="6858000"/>
              <a:ext cx="1371600" cy="73152"/>
            </a:xfrm>
            <a:prstGeom prst="rect">
              <a:avLst/>
            </a:prstGeom>
            <a:gradFill>
              <a:gsLst>
                <a:gs pos="0">
                  <a:srgbClr val="924BF2"/>
                </a:gs>
                <a:gs pos="100000">
                  <a:srgbClr val="F52493">
                    <a:hueOff val="16109722"/>
                    <a:satOff val="32575"/>
                    <a:lumOff val="14117"/>
                  </a:srgbClr>
                </a:gs>
              </a:gsLst>
              <a:lin ang="12553575"/>
            </a:gra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 spc="0">
                  <a:solidFill>
                    <a:srgbClr val="A9A9A9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sz="32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venirNext LT Pro Regular" panose="020B0504020202020204" pitchFamily="34" charset="0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2" name="Rectangle">
              <a:extLst>
                <a:ext uri="{FF2B5EF4-FFF2-40B4-BE49-F238E27FC236}">
                  <a16:creationId xmlns:a16="http://schemas.microsoft.com/office/drawing/2014/main" id="{672443E5-79AE-411B-9A8E-3BE23AB9DA69}"/>
                </a:ext>
              </a:extLst>
            </p:cNvPr>
            <p:cNvSpPr/>
            <p:nvPr/>
          </p:nvSpPr>
          <p:spPr>
            <a:xfrm rot="5400000">
              <a:off x="11507786" y="6890004"/>
              <a:ext cx="1371600" cy="73152"/>
            </a:xfrm>
            <a:prstGeom prst="rect">
              <a:avLst/>
            </a:prstGeom>
            <a:gradFill>
              <a:gsLst>
                <a:gs pos="0">
                  <a:srgbClr val="924BF2"/>
                </a:gs>
                <a:gs pos="100000">
                  <a:srgbClr val="F52493">
                    <a:hueOff val="16109722"/>
                    <a:satOff val="32575"/>
                    <a:lumOff val="14117"/>
                  </a:srgbClr>
                </a:gs>
              </a:gsLst>
              <a:lin ang="12000000" scaled="0"/>
            </a:gra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 spc="0">
                  <a:solidFill>
                    <a:srgbClr val="A9A9A9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sz="32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venirNext LT Pro Regular" panose="020B0504020202020204" pitchFamily="34" charset="0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88AA4C21-94AF-450F-982B-54D4B0CF2BE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583882" y="1339985"/>
            <a:ext cx="1992312" cy="1800875"/>
          </a:xfrm>
        </p:spPr>
        <p:txBody>
          <a:bodyPr/>
          <a:lstStyle>
            <a:lvl1pPr algn="ctr">
              <a:lnSpc>
                <a:spcPct val="90000"/>
              </a:lnSpc>
              <a:spcAft>
                <a:spcPts val="0"/>
              </a:spcAft>
              <a:defRPr sz="4800" b="1">
                <a:solidFill>
                  <a:schemeClr val="bg1"/>
                </a:solidFill>
              </a:defRPr>
            </a:lvl1pPr>
            <a:lvl2pPr marL="4763" indent="0" algn="ctr">
              <a:lnSpc>
                <a:spcPct val="90000"/>
              </a:lnSpc>
              <a:spcAft>
                <a:spcPts val="0"/>
              </a:spcAft>
              <a:buNone/>
              <a:defRPr sz="2400" b="1">
                <a:solidFill>
                  <a:schemeClr val="bg1"/>
                </a:solidFill>
              </a:defRPr>
            </a:lvl2pPr>
            <a:lvl3pPr marL="0" indent="0">
              <a:buNone/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278985DE-12A0-4303-A711-7EE65038585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83882" y="3714188"/>
            <a:ext cx="1992312" cy="1800875"/>
          </a:xfrm>
        </p:spPr>
        <p:txBody>
          <a:bodyPr/>
          <a:lstStyle>
            <a:lvl1pPr algn="ctr">
              <a:lnSpc>
                <a:spcPct val="90000"/>
              </a:lnSpc>
              <a:spcAft>
                <a:spcPts val="0"/>
              </a:spcAft>
              <a:defRPr sz="4800" b="1">
                <a:solidFill>
                  <a:schemeClr val="bg1"/>
                </a:solidFill>
              </a:defRPr>
            </a:lvl1pPr>
            <a:lvl2pPr marL="4763" indent="0" algn="ctr">
              <a:lnSpc>
                <a:spcPct val="90000"/>
              </a:lnSpc>
              <a:spcAft>
                <a:spcPts val="0"/>
              </a:spcAft>
              <a:buNone/>
              <a:defRPr sz="2400" b="1">
                <a:solidFill>
                  <a:schemeClr val="bg1"/>
                </a:solidFill>
              </a:defRPr>
            </a:lvl2pPr>
            <a:lvl3pPr marL="0" indent="0">
              <a:buNone/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Text Placeholder 25">
            <a:extLst>
              <a:ext uri="{FF2B5EF4-FFF2-40B4-BE49-F238E27FC236}">
                <a16:creationId xmlns:a16="http://schemas.microsoft.com/office/drawing/2014/main" id="{2E5D043A-5662-4AC2-AB94-4C5C3E71651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883564" y="1339986"/>
            <a:ext cx="1992312" cy="1800875"/>
          </a:xfrm>
        </p:spPr>
        <p:txBody>
          <a:bodyPr/>
          <a:lstStyle>
            <a:lvl1pPr algn="ctr">
              <a:lnSpc>
                <a:spcPct val="90000"/>
              </a:lnSpc>
              <a:spcAft>
                <a:spcPts val="0"/>
              </a:spcAft>
              <a:defRPr sz="4800" b="1">
                <a:solidFill>
                  <a:schemeClr val="bg1"/>
                </a:solidFill>
              </a:defRPr>
            </a:lvl1pPr>
            <a:lvl2pPr marL="4763" indent="0" algn="ctr">
              <a:lnSpc>
                <a:spcPct val="90000"/>
              </a:lnSpc>
              <a:spcAft>
                <a:spcPts val="0"/>
              </a:spcAft>
              <a:buNone/>
              <a:defRPr sz="2400" b="1">
                <a:solidFill>
                  <a:schemeClr val="bg1"/>
                </a:solidFill>
              </a:defRPr>
            </a:lvl2pPr>
            <a:lvl3pPr marL="0" indent="0">
              <a:buNone/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Text Placeholder 25">
            <a:extLst>
              <a:ext uri="{FF2B5EF4-FFF2-40B4-BE49-F238E27FC236}">
                <a16:creationId xmlns:a16="http://schemas.microsoft.com/office/drawing/2014/main" id="{9B86D0CE-5490-4F23-8E67-4C5B4BB4162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83564" y="3714189"/>
            <a:ext cx="1992312" cy="1800875"/>
          </a:xfrm>
        </p:spPr>
        <p:txBody>
          <a:bodyPr/>
          <a:lstStyle>
            <a:lvl1pPr algn="ctr">
              <a:lnSpc>
                <a:spcPct val="90000"/>
              </a:lnSpc>
              <a:spcAft>
                <a:spcPts val="0"/>
              </a:spcAft>
              <a:defRPr sz="4800" b="1">
                <a:solidFill>
                  <a:schemeClr val="bg1"/>
                </a:solidFill>
              </a:defRPr>
            </a:lvl1pPr>
            <a:lvl2pPr marL="4763" indent="0" algn="ctr">
              <a:lnSpc>
                <a:spcPct val="90000"/>
              </a:lnSpc>
              <a:spcAft>
                <a:spcPts val="0"/>
              </a:spcAft>
              <a:buNone/>
              <a:defRPr sz="2400" b="1">
                <a:solidFill>
                  <a:schemeClr val="bg1"/>
                </a:solidFill>
              </a:defRPr>
            </a:lvl2pPr>
            <a:lvl3pPr marL="0" indent="0">
              <a:buNone/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713A3E-DDE0-4FF3-9609-DC12C03602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62700" y="6326533"/>
            <a:ext cx="1790700" cy="531467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sz="800" cap="all" spc="140" baseline="0">
                <a:solidFill>
                  <a:schemeClr val="bg1"/>
                </a:solidFill>
              </a:defRPr>
            </a:lvl1pPr>
          </a:lstStyle>
          <a:p>
            <a:fld id="{2AD0A1AE-6134-4FF0-A9E3-AEB1E2C1CD1D}" type="datetime1">
              <a:rPr lang="en-US" smtClean="0"/>
              <a:t>3/21/2025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6573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92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B + 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492651EB-37EA-4A38-BCD2-9C208705C5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pattFill prst="wdUpDiag">
            <a:fgClr>
              <a:schemeClr val="bg1"/>
            </a:fgClr>
            <a:bgClr>
              <a:schemeClr val="bg2"/>
            </a:bgClr>
          </a:pattFill>
        </p:spPr>
        <p:txBody>
          <a:bodyPr lIns="274320" rIns="274320"/>
          <a:lstStyle>
            <a:lvl1pPr>
              <a:defRPr sz="1600" b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CC0752-BA79-4625-9FD2-39254CE46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US" sz="3200" b="0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54D57-79C3-4BDD-874F-BCDD88E7A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676400"/>
            <a:ext cx="4762500" cy="4114801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 marL="228600">
              <a:defRPr sz="1600">
                <a:solidFill>
                  <a:schemeClr val="bg1"/>
                </a:solidFill>
              </a:defRPr>
            </a:lvl2pPr>
            <a:lvl3pPr marL="502920">
              <a:defRPr sz="14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CEE42-51F7-4A4F-8B97-9F875E7FF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2023 DOLBY |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4702D-35A2-4B42-B8F3-AB202DBE2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D6EB63-47CB-42A9-BE06-570AF14B67E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8D40960-B2FC-4250-843C-0568002736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66800" y="1"/>
            <a:ext cx="2971800" cy="533400"/>
          </a:xfrm>
        </p:spPr>
        <p:txBody>
          <a:bodyPr anchor="b"/>
          <a:lstStyle>
            <a:lvl1pPr>
              <a:defRPr sz="1000" cap="all" spc="14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6DC06EBD-1589-4C52-9F97-5933A6032B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62700" y="6326533"/>
            <a:ext cx="1790700" cy="531467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sz="800" cap="all" spc="140" baseline="0">
                <a:solidFill>
                  <a:schemeClr val="bg1"/>
                </a:solidFill>
              </a:defRPr>
            </a:lvl1pPr>
          </a:lstStyle>
          <a:p>
            <a:fld id="{ADE3DA97-184A-4498-81F7-272FFA6D4FE7}" type="datetime1">
              <a:rPr lang="en-US" smtClean="0"/>
              <a:t>3/21/2025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7373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B + Eight 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2EB6743-8370-4B70-9386-A26F899B8BA8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CC0752-BA79-4625-9FD2-39254CE46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066800"/>
            <a:ext cx="4762500" cy="609600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54D57-79C3-4BDD-874F-BCDD88E7A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676400"/>
            <a:ext cx="2971800" cy="4114801"/>
          </a:xfrm>
        </p:spPr>
        <p:txBody>
          <a:bodyPr/>
          <a:lstStyle>
            <a:lvl1pPr>
              <a:defRPr sz="1800"/>
            </a:lvl1pPr>
            <a:lvl2pPr marL="228600">
              <a:defRPr sz="1600"/>
            </a:lvl2pPr>
            <a:lvl3pPr marL="502920">
              <a:defRPr sz="1400"/>
            </a:lvl3pPr>
            <a:lvl4pPr>
              <a:lnSpc>
                <a:spcPct val="90000"/>
              </a:lnSpc>
              <a:defRPr/>
            </a:lvl4pPr>
            <a:lvl5pPr>
              <a:lnSpc>
                <a:spcPct val="12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CEE42-51F7-4A4F-8B97-9F875E7FF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2023 DOLBY |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4702D-35A2-4B42-B8F3-AB202DBE2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D6EB63-47CB-42A9-BE06-570AF14B67E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06AED1E-5D97-49DB-9743-AA345D9C778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66800" y="1"/>
            <a:ext cx="2971800" cy="533400"/>
          </a:xfrm>
        </p:spPr>
        <p:txBody>
          <a:bodyPr anchor="b"/>
          <a:lstStyle>
            <a:lvl1pPr>
              <a:defRPr sz="1000" cap="all" spc="140" baseline="0">
                <a:latin typeface="+mj-lt"/>
              </a:defRPr>
            </a:lvl1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CDED7BBE-3001-44AC-91FF-081F0062A12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533888" y="1066800"/>
            <a:ext cx="1124712" cy="2231136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 lIns="91440" rIns="91440"/>
          <a:lstStyle>
            <a:lvl1pPr>
              <a:defRPr sz="1600" b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1E1CA188-A852-414E-B72F-E4FA755F967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0533888" y="3558609"/>
            <a:ext cx="1124712" cy="2231136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 lIns="91440" rIns="91440"/>
          <a:lstStyle>
            <a:lvl1pPr>
              <a:defRPr sz="1600" b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495BF25A-E5B9-43A2-AA82-4BC4058D0F8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362700" y="1066800"/>
            <a:ext cx="1124712" cy="2231136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 lIns="91440" rIns="91440"/>
          <a:lstStyle>
            <a:lvl1pPr>
              <a:defRPr sz="1600" b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16DACBD-50F4-447A-AC97-3274C3F83A62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362700" y="3558609"/>
            <a:ext cx="1124712" cy="2231136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 lIns="91440" rIns="91440"/>
          <a:lstStyle>
            <a:lvl1pPr>
              <a:defRPr sz="1600" b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4C70597D-B761-4C8B-A8E4-60D38C9A97F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7753096" y="1066800"/>
            <a:ext cx="1124712" cy="2231136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 lIns="91440" rIns="91440"/>
          <a:lstStyle>
            <a:lvl1pPr>
              <a:defRPr sz="1600" b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AEB26504-27C9-42A4-B48B-ABDD6B9515C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753096" y="3558609"/>
            <a:ext cx="1124712" cy="2231136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 lIns="91440" rIns="91440"/>
          <a:lstStyle>
            <a:lvl1pPr>
              <a:defRPr sz="1600" b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5A070FE-3890-4770-A21E-2518B2AF0AC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143492" y="1066800"/>
            <a:ext cx="1124712" cy="2231136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 lIns="91440" rIns="91440"/>
          <a:lstStyle>
            <a:lvl1pPr>
              <a:defRPr sz="1600" b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A2AC09A3-9231-421E-ACBA-D86FA1F507D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143492" y="3558609"/>
            <a:ext cx="1124712" cy="2231136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 lIns="91440" rIns="91440"/>
          <a:lstStyle>
            <a:lvl1pPr>
              <a:defRPr sz="1600" b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70EDDB61-B0D1-4887-B254-B857CE192C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62700" y="6326533"/>
            <a:ext cx="1790700" cy="531467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sz="800" cap="all" spc="140" baseline="0">
                <a:solidFill>
                  <a:schemeClr val="bg1"/>
                </a:solidFill>
              </a:defRPr>
            </a:lvl1pPr>
          </a:lstStyle>
          <a:p>
            <a:fld id="{D9BA88D1-1C54-4FDD-A48B-61525CE3EFA7}" type="datetime1">
              <a:rPr lang="en-US" smtClean="0"/>
              <a:t>3/21/2025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6452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44" userDrawn="1">
          <p15:clr>
            <a:srgbClr val="FDE53C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B + Sta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2EB6743-8370-4B70-9386-A26F899B8BA8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CC0752-BA79-4625-9FD2-39254CE46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066800"/>
            <a:ext cx="4762500" cy="609600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54D57-79C3-4BDD-874F-BCDD88E7A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676400"/>
            <a:ext cx="2971800" cy="4114801"/>
          </a:xfrm>
        </p:spPr>
        <p:txBody>
          <a:bodyPr/>
          <a:lstStyle>
            <a:lvl1pPr>
              <a:defRPr sz="1800"/>
            </a:lvl1pPr>
            <a:lvl2pPr marL="228600">
              <a:defRPr sz="1600"/>
            </a:lvl2pPr>
            <a:lvl3pPr marL="502920">
              <a:defRPr sz="1400"/>
            </a:lvl3pPr>
            <a:lvl4pPr>
              <a:lnSpc>
                <a:spcPct val="90000"/>
              </a:lnSpc>
              <a:defRPr/>
            </a:lvl4pPr>
            <a:lvl5pPr>
              <a:lnSpc>
                <a:spcPct val="12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CEE42-51F7-4A4F-8B97-9F875E7FF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2023 DOLBY |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4702D-35A2-4B42-B8F3-AB202DBE2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D6EB63-47CB-42A9-BE06-570AF14B67E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06AED1E-5D97-49DB-9743-AA345D9C778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66800" y="1"/>
            <a:ext cx="2971800" cy="533400"/>
          </a:xfrm>
        </p:spPr>
        <p:txBody>
          <a:bodyPr anchor="b"/>
          <a:lstStyle>
            <a:lvl1pPr>
              <a:defRPr sz="1000" cap="all" spc="140" baseline="0">
                <a:latin typeface="+mj-lt"/>
              </a:defRPr>
            </a:lvl1pPr>
          </a:lstStyle>
          <a:p>
            <a:pPr lvl="0"/>
            <a:r>
              <a:rPr lang="en-US" dirty="0"/>
              <a:t>Click to edit section title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8D759B1-3967-4CFA-BD4B-617EC012ABB2}"/>
              </a:ext>
            </a:extLst>
          </p:cNvPr>
          <p:cNvCxnSpPr>
            <a:cxnSpLocks/>
          </p:cNvCxnSpPr>
          <p:nvPr userDrawn="1"/>
        </p:nvCxnSpPr>
        <p:spPr>
          <a:xfrm>
            <a:off x="6609141" y="1998689"/>
            <a:ext cx="1992515" cy="0"/>
          </a:xfrm>
          <a:prstGeom prst="line">
            <a:avLst/>
          </a:prstGeom>
          <a:ln w="60325">
            <a:gradFill flip="none" rotWithShape="1">
              <a:gsLst>
                <a:gs pos="0">
                  <a:schemeClr val="accent4"/>
                </a:gs>
                <a:gs pos="100000">
                  <a:schemeClr val="accent2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D132D71-7927-4AF3-BC25-8DE28BC4751E}"/>
              </a:ext>
            </a:extLst>
          </p:cNvPr>
          <p:cNvCxnSpPr>
            <a:cxnSpLocks/>
          </p:cNvCxnSpPr>
          <p:nvPr userDrawn="1"/>
        </p:nvCxnSpPr>
        <p:spPr>
          <a:xfrm>
            <a:off x="9134493" y="1998689"/>
            <a:ext cx="1992515" cy="0"/>
          </a:xfrm>
          <a:prstGeom prst="line">
            <a:avLst/>
          </a:prstGeom>
          <a:ln w="60325">
            <a:gradFill flip="none" rotWithShape="1">
              <a:gsLst>
                <a:gs pos="0">
                  <a:schemeClr val="accent4"/>
                </a:gs>
                <a:gs pos="100000">
                  <a:schemeClr val="accent2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8D28EC7C-0750-4326-BB56-203FEAB6F2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09141" y="2301410"/>
            <a:ext cx="1992312" cy="2032465"/>
          </a:xfrm>
        </p:spPr>
        <p:txBody>
          <a:bodyPr/>
          <a:lstStyle>
            <a:lvl1pPr algn="ctr">
              <a:lnSpc>
                <a:spcPct val="90000"/>
              </a:lnSpc>
              <a:spcAft>
                <a:spcPts val="0"/>
              </a:spcAft>
              <a:defRPr sz="4800" b="1">
                <a:solidFill>
                  <a:schemeClr val="bg1"/>
                </a:solidFill>
              </a:defRPr>
            </a:lvl1pPr>
            <a:lvl2pPr marL="4763" indent="0" algn="ctr">
              <a:lnSpc>
                <a:spcPct val="90000"/>
              </a:lnSpc>
              <a:spcAft>
                <a:spcPts val="0"/>
              </a:spcAft>
              <a:buNone/>
              <a:defRPr sz="2400" b="1">
                <a:solidFill>
                  <a:schemeClr val="bg1"/>
                </a:solidFill>
              </a:defRPr>
            </a:lvl2pPr>
            <a:lvl3pPr marL="0" indent="0">
              <a:buNone/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48E31F24-0941-461D-AA23-5D3EF4B490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34493" y="2301410"/>
            <a:ext cx="1992312" cy="2032465"/>
          </a:xfrm>
        </p:spPr>
        <p:txBody>
          <a:bodyPr/>
          <a:lstStyle>
            <a:lvl1pPr algn="ctr">
              <a:lnSpc>
                <a:spcPct val="90000"/>
              </a:lnSpc>
              <a:spcAft>
                <a:spcPts val="0"/>
              </a:spcAft>
              <a:defRPr sz="4800" b="1">
                <a:solidFill>
                  <a:schemeClr val="bg1"/>
                </a:solidFill>
              </a:defRPr>
            </a:lvl1pPr>
            <a:lvl2pPr marL="4763" indent="0" algn="ctr">
              <a:lnSpc>
                <a:spcPct val="90000"/>
              </a:lnSpc>
              <a:spcAft>
                <a:spcPts val="0"/>
              </a:spcAft>
              <a:buNone/>
              <a:defRPr sz="2400" b="1">
                <a:solidFill>
                  <a:schemeClr val="bg1"/>
                </a:solidFill>
              </a:defRPr>
            </a:lvl2pPr>
            <a:lvl3pPr marL="0" indent="0">
              <a:buNone/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8856F9BD-DC31-487B-A087-4A81BA796D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62700" y="6326533"/>
            <a:ext cx="1790700" cy="531467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sz="800" cap="all" spc="140" baseline="0">
                <a:solidFill>
                  <a:schemeClr val="bg1"/>
                </a:solidFill>
              </a:defRPr>
            </a:lvl1pPr>
          </a:lstStyle>
          <a:p>
            <a:fld id="{4FDD5C9C-3362-415C-AAE5-BAC39863A585}" type="datetime1">
              <a:rPr lang="en-US" smtClean="0"/>
              <a:t>3/21/2025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3860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44">
          <p15:clr>
            <a:srgbClr val="FDE53C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B + Sta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2EB6743-8370-4B70-9386-A26F899B8BA8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CC0752-BA79-4625-9FD2-39254CE46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066800"/>
            <a:ext cx="4762500" cy="609600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0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54D57-79C3-4BDD-874F-BCDD88E7A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676400"/>
            <a:ext cx="2971800" cy="4114801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 marL="228600">
              <a:defRPr sz="1600">
                <a:solidFill>
                  <a:schemeClr val="bg1"/>
                </a:solidFill>
              </a:defRPr>
            </a:lvl2pPr>
            <a:lvl3pPr marL="502920">
              <a:defRPr sz="1400">
                <a:solidFill>
                  <a:schemeClr val="bg1"/>
                </a:solidFill>
              </a:defRPr>
            </a:lvl3pPr>
            <a:lvl4pPr>
              <a:lnSpc>
                <a:spcPct val="90000"/>
              </a:lnSpc>
              <a:defRPr>
                <a:solidFill>
                  <a:schemeClr val="bg1"/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CEE42-51F7-4A4F-8B97-9F875E7FF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2023 DOLBY |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4702D-35A2-4B42-B8F3-AB202DBE2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ED6EB63-47CB-42A9-BE06-570AF14B67E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06AED1E-5D97-49DB-9743-AA345D9C778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66800" y="1"/>
            <a:ext cx="2971800" cy="533400"/>
          </a:xfrm>
        </p:spPr>
        <p:txBody>
          <a:bodyPr anchor="b"/>
          <a:lstStyle>
            <a:lvl1pPr>
              <a:defRPr sz="1000" cap="all" spc="14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section title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8D759B1-3967-4CFA-BD4B-617EC012ABB2}"/>
              </a:ext>
            </a:extLst>
          </p:cNvPr>
          <p:cNvCxnSpPr>
            <a:cxnSpLocks/>
          </p:cNvCxnSpPr>
          <p:nvPr userDrawn="1"/>
        </p:nvCxnSpPr>
        <p:spPr>
          <a:xfrm>
            <a:off x="6607684" y="1998689"/>
            <a:ext cx="1992515" cy="0"/>
          </a:xfrm>
          <a:prstGeom prst="line">
            <a:avLst/>
          </a:prstGeom>
          <a:ln w="60325">
            <a:gradFill flip="none" rotWithShape="1">
              <a:gsLst>
                <a:gs pos="0">
                  <a:schemeClr val="accent4"/>
                </a:gs>
                <a:gs pos="100000">
                  <a:schemeClr val="accent2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D132D71-7927-4AF3-BC25-8DE28BC4751E}"/>
              </a:ext>
            </a:extLst>
          </p:cNvPr>
          <p:cNvCxnSpPr>
            <a:cxnSpLocks/>
          </p:cNvCxnSpPr>
          <p:nvPr userDrawn="1"/>
        </p:nvCxnSpPr>
        <p:spPr>
          <a:xfrm>
            <a:off x="9133036" y="1998689"/>
            <a:ext cx="1992515" cy="0"/>
          </a:xfrm>
          <a:prstGeom prst="line">
            <a:avLst/>
          </a:prstGeom>
          <a:ln w="60325">
            <a:gradFill flip="none" rotWithShape="1">
              <a:gsLst>
                <a:gs pos="0">
                  <a:schemeClr val="accent4"/>
                </a:gs>
                <a:gs pos="100000">
                  <a:schemeClr val="accent2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8D28EC7C-0750-4326-BB56-203FEAB6F2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07684" y="2301410"/>
            <a:ext cx="1992312" cy="2032465"/>
          </a:xfrm>
        </p:spPr>
        <p:txBody>
          <a:bodyPr/>
          <a:lstStyle>
            <a:lvl1pPr algn="ctr">
              <a:lnSpc>
                <a:spcPct val="90000"/>
              </a:lnSpc>
              <a:spcAft>
                <a:spcPts val="0"/>
              </a:spcAft>
              <a:defRPr sz="4800" b="1">
                <a:solidFill>
                  <a:schemeClr val="tx1"/>
                </a:solidFill>
              </a:defRPr>
            </a:lvl1pPr>
            <a:lvl2pPr marL="4763" indent="0" algn="ctr">
              <a:lnSpc>
                <a:spcPct val="90000"/>
              </a:lnSpc>
              <a:spcAft>
                <a:spcPts val="0"/>
              </a:spcAft>
              <a:buNone/>
              <a:defRPr sz="2400" b="1">
                <a:solidFill>
                  <a:schemeClr val="tx1"/>
                </a:solidFill>
              </a:defRPr>
            </a:lvl2pPr>
            <a:lvl3pPr marL="0" indent="0">
              <a:buNone/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48E31F24-0941-461D-AA23-5D3EF4B490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33036" y="2301410"/>
            <a:ext cx="1992312" cy="2032465"/>
          </a:xfrm>
        </p:spPr>
        <p:txBody>
          <a:bodyPr/>
          <a:lstStyle>
            <a:lvl1pPr algn="ctr">
              <a:lnSpc>
                <a:spcPct val="90000"/>
              </a:lnSpc>
              <a:spcAft>
                <a:spcPts val="0"/>
              </a:spcAft>
              <a:defRPr sz="4800" b="1">
                <a:solidFill>
                  <a:schemeClr val="tx1"/>
                </a:solidFill>
              </a:defRPr>
            </a:lvl1pPr>
            <a:lvl2pPr marL="4763" indent="0" algn="ctr">
              <a:lnSpc>
                <a:spcPct val="90000"/>
              </a:lnSpc>
              <a:spcAft>
                <a:spcPts val="0"/>
              </a:spcAft>
              <a:buNone/>
              <a:defRPr sz="2400" b="1">
                <a:solidFill>
                  <a:schemeClr val="tx1"/>
                </a:solidFill>
              </a:defRPr>
            </a:lvl2pPr>
            <a:lvl3pPr marL="0" indent="0">
              <a:buNone/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F6A1AA50-A93E-414F-B5F5-778CFFB6AB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62700" y="6326533"/>
            <a:ext cx="1790700" cy="531467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sz="800" cap="all" spc="140" baseline="0">
                <a:solidFill>
                  <a:schemeClr val="tx1"/>
                </a:solidFill>
              </a:defRPr>
            </a:lvl1pPr>
          </a:lstStyle>
          <a:p>
            <a:fld id="{73469F73-909A-46CE-9711-98914418C9FD}" type="datetime1">
              <a:rPr lang="en-US" smtClean="0"/>
              <a:t>3/21/2025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6043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44">
          <p15:clr>
            <a:srgbClr val="FDE53C"/>
          </p15:clr>
        </p15:guide>
        <p15:guide id="2" pos="5592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B + two Pic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C0752-BA79-4625-9FD2-39254CE46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0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54D57-79C3-4BDD-874F-BCDD88E7A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676400"/>
            <a:ext cx="2971800" cy="4114801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 marL="228600">
              <a:defRPr sz="1600">
                <a:solidFill>
                  <a:schemeClr val="bg1"/>
                </a:solidFill>
              </a:defRPr>
            </a:lvl2pPr>
            <a:lvl3pPr marL="502920">
              <a:defRPr sz="1400">
                <a:solidFill>
                  <a:schemeClr val="bg1"/>
                </a:solidFill>
              </a:defRPr>
            </a:lvl3pPr>
            <a:lvl4pPr>
              <a:lnSpc>
                <a:spcPct val="90000"/>
              </a:lnSpc>
              <a:defRPr>
                <a:solidFill>
                  <a:schemeClr val="bg1"/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CEE42-51F7-4A4F-8B97-9F875E7FF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2023 DOLBY |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4702D-35A2-4B42-B8F3-AB202DBE2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D6EB63-47CB-42A9-BE06-570AF14B67E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635D774-4237-421A-A9C6-8FD90616CB9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153400" y="3599689"/>
            <a:ext cx="2971800" cy="2191512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 marL="228600">
              <a:defRPr sz="1600">
                <a:solidFill>
                  <a:schemeClr val="bg1"/>
                </a:solidFill>
              </a:defRPr>
            </a:lvl2pPr>
            <a:lvl3pPr marL="502920">
              <a:defRPr sz="14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23C08C8-9F57-41DC-A230-36D86888575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10100" y="3599689"/>
            <a:ext cx="2971800" cy="2191512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 marL="228600">
              <a:defRPr sz="1600">
                <a:solidFill>
                  <a:schemeClr val="bg1"/>
                </a:solidFill>
              </a:defRPr>
            </a:lvl2pPr>
            <a:lvl3pPr marL="502920">
              <a:defRPr sz="14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06AED1E-5D97-49DB-9743-AA345D9C778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66800" y="1"/>
            <a:ext cx="2971800" cy="533400"/>
          </a:xfrm>
        </p:spPr>
        <p:txBody>
          <a:bodyPr anchor="b"/>
          <a:lstStyle>
            <a:lvl1pPr>
              <a:defRPr sz="1000" cap="all" spc="14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1A5C5E43-3B9F-4912-969E-EE9CEFCE454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610100" y="1678646"/>
            <a:ext cx="2971800" cy="1594296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 lIns="274320" rIns="274320"/>
          <a:lstStyle>
            <a:lvl1pPr>
              <a:defRPr sz="1600" b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35F9646-68BD-4D98-8550-2346E69BB9F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153400" y="1678646"/>
            <a:ext cx="2971800" cy="1594296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 lIns="274320" rIns="274320"/>
          <a:lstStyle>
            <a:lvl1pPr>
              <a:defRPr sz="1600" b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36D01800-7E1C-41D4-B0E9-7CD6C943A8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62700" y="6326533"/>
            <a:ext cx="1790700" cy="531467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sz="800" cap="all" spc="140" baseline="0">
                <a:solidFill>
                  <a:schemeClr val="bg1"/>
                </a:solidFill>
              </a:defRPr>
            </a:lvl1pPr>
          </a:lstStyle>
          <a:p>
            <a:fld id="{A2871A44-DC86-471E-94BD-099769120111}" type="datetime1">
              <a:rPr lang="en-US" smtClean="0"/>
              <a:t>3/21/2025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97762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+ Two Pics R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C0752-BA79-4625-9FD2-39254CE46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066800"/>
            <a:ext cx="4762500" cy="609600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0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54D57-79C3-4BDD-874F-BCDD88E7A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676400"/>
            <a:ext cx="4762500" cy="4114801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 marL="228600">
              <a:defRPr sz="1600">
                <a:solidFill>
                  <a:schemeClr val="bg1"/>
                </a:solidFill>
              </a:defRPr>
            </a:lvl2pPr>
            <a:lvl3pPr marL="502920">
              <a:defRPr sz="1400">
                <a:solidFill>
                  <a:schemeClr val="bg1"/>
                </a:solidFill>
              </a:defRPr>
            </a:lvl3pPr>
            <a:lvl4pPr>
              <a:lnSpc>
                <a:spcPct val="90000"/>
              </a:lnSpc>
              <a:defRPr>
                <a:solidFill>
                  <a:schemeClr val="bg1"/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CEE42-51F7-4A4F-8B97-9F875E7FF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2023 DOLBY |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4702D-35A2-4B42-B8F3-AB202DBE2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D6EB63-47CB-42A9-BE06-570AF14B67E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06AED1E-5D97-49DB-9743-AA345D9C778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66800" y="1"/>
            <a:ext cx="2971800" cy="533400"/>
          </a:xfrm>
        </p:spPr>
        <p:txBody>
          <a:bodyPr anchor="b"/>
          <a:lstStyle>
            <a:lvl1pPr>
              <a:defRPr sz="1000" cap="all" spc="14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1E585E20-20BB-4BD9-BD66-C8438EEE79A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62700" y="1068256"/>
            <a:ext cx="4762500" cy="2231136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 lIns="274320" rIns="274320"/>
          <a:lstStyle>
            <a:lvl1pPr>
              <a:defRPr sz="1600" b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71A534F4-4C57-4621-B59F-9B7FE25154C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362700" y="3560065"/>
            <a:ext cx="4762500" cy="2231136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 lIns="274320" rIns="274320"/>
          <a:lstStyle>
            <a:lvl1pPr>
              <a:defRPr sz="1600" b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C6D348A7-B777-4037-9E00-FE3D9F542C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62700" y="6326533"/>
            <a:ext cx="1790700" cy="531467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sz="800" cap="all" spc="140" baseline="0">
                <a:solidFill>
                  <a:schemeClr val="bg1"/>
                </a:solidFill>
              </a:defRPr>
            </a:lvl1pPr>
          </a:lstStyle>
          <a:p>
            <a:fld id="{5C23CB7E-6980-4E5C-A8FC-65D88E172525}" type="datetime1">
              <a:rPr lang="en-US" smtClean="0"/>
              <a:t>3/21/2025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6172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+ Two Pics Lef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C0752-BA79-4625-9FD2-39254CE46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2700" y="1066800"/>
            <a:ext cx="4762500" cy="609600"/>
          </a:xfrm>
        </p:spPr>
        <p:txBody>
          <a:bodyPr/>
          <a:lstStyle>
            <a:lvl1pPr>
              <a:defRPr lang="en-US" sz="3200" b="0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CEE42-51F7-4A4F-8B97-9F875E7FF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2023 DOLBY |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4702D-35A2-4B42-B8F3-AB202DBE2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D6EB63-47CB-42A9-BE06-570AF14B67E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635D774-4237-421A-A9C6-8FD90616CB9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62700" y="1676400"/>
            <a:ext cx="4762500" cy="4114801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 marL="228600">
              <a:defRPr sz="1600">
                <a:solidFill>
                  <a:schemeClr val="bg1"/>
                </a:solidFill>
              </a:defRPr>
            </a:lvl2pPr>
            <a:lvl3pPr marL="502920">
              <a:defRPr sz="1400">
                <a:solidFill>
                  <a:schemeClr val="bg1"/>
                </a:solidFill>
              </a:defRPr>
            </a:lvl3pPr>
            <a:lvl4pPr>
              <a:lnSpc>
                <a:spcPct val="90000"/>
              </a:lnSpc>
              <a:defRPr>
                <a:solidFill>
                  <a:schemeClr val="bg1"/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8D40960-B2FC-4250-843C-0568002736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66800" y="1"/>
            <a:ext cx="2971800" cy="533400"/>
          </a:xfrm>
        </p:spPr>
        <p:txBody>
          <a:bodyPr anchor="b"/>
          <a:lstStyle>
            <a:lvl1pPr>
              <a:defRPr sz="1000" cap="all" spc="14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7AE78B3-C0A1-4F14-B2F8-006CAFE9E1C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69816" y="1073944"/>
            <a:ext cx="4762500" cy="2231136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 lIns="274320" rIns="274320"/>
          <a:lstStyle>
            <a:lvl1pPr>
              <a:defRPr sz="1600" b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46BE069F-50C7-46A1-8BFE-C266D170C9A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069816" y="3565753"/>
            <a:ext cx="4762500" cy="2231136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 lIns="274320" rIns="274320"/>
          <a:lstStyle>
            <a:lvl1pPr>
              <a:defRPr sz="1600" b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7D971BC-DBB6-4C64-9894-F4D50D76C7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62700" y="6326533"/>
            <a:ext cx="1790700" cy="531467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sz="800" cap="all" spc="140" baseline="0">
                <a:solidFill>
                  <a:schemeClr val="bg1"/>
                </a:solidFill>
              </a:defRPr>
            </a:lvl1pPr>
          </a:lstStyle>
          <a:p>
            <a:fld id="{BEA6B204-2A81-4251-AC23-EF8430172412}" type="datetime1">
              <a:rPr lang="en-US" smtClean="0"/>
              <a:t>3/21/2025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01446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med Pic + Text Overla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7AE78B3-C0A1-4F14-B2F8-006CAFE9E1C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69816" y="1073943"/>
            <a:ext cx="10055384" cy="4717257"/>
          </a:xfrm>
          <a:pattFill prst="wdUpDiag">
            <a:fgClr>
              <a:schemeClr val="bg1"/>
            </a:fgClr>
            <a:bgClr>
              <a:schemeClr val="bg2"/>
            </a:bgClr>
          </a:pattFill>
        </p:spPr>
        <p:txBody>
          <a:bodyPr lIns="274320" rIns="274320"/>
          <a:lstStyle>
            <a:lvl1pPr>
              <a:defRPr sz="1600" b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CEE42-51F7-4A4F-8B97-9F875E7FF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2023 DOLBY |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4702D-35A2-4B42-B8F3-AB202DBE2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D6EB63-47CB-42A9-BE06-570AF14B67E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635D774-4237-421A-A9C6-8FD90616CB9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629400" y="3429001"/>
            <a:ext cx="4229100" cy="2095500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 marL="228600">
              <a:defRPr sz="1600">
                <a:solidFill>
                  <a:schemeClr val="bg1"/>
                </a:solidFill>
              </a:defRPr>
            </a:lvl2pPr>
            <a:lvl3pPr marL="502920">
              <a:defRPr sz="1400">
                <a:solidFill>
                  <a:schemeClr val="bg1"/>
                </a:solidFill>
              </a:defRPr>
            </a:lvl3pPr>
            <a:lvl4pPr>
              <a:lnSpc>
                <a:spcPct val="90000"/>
              </a:lnSpc>
              <a:defRPr>
                <a:solidFill>
                  <a:schemeClr val="bg1"/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8D40960-B2FC-4250-843C-0568002736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66800" y="1"/>
            <a:ext cx="2971800" cy="533400"/>
          </a:xfrm>
        </p:spPr>
        <p:txBody>
          <a:bodyPr anchor="b"/>
          <a:lstStyle>
            <a:lvl1pPr>
              <a:defRPr sz="1000" cap="all" spc="14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6D1F5CD2-3055-4463-91EE-097F0E8FF9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62700" y="6326533"/>
            <a:ext cx="1790700" cy="531467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sz="800" cap="all" spc="140" baseline="0">
                <a:solidFill>
                  <a:schemeClr val="bg1"/>
                </a:solidFill>
              </a:defRPr>
            </a:lvl1pPr>
          </a:lstStyle>
          <a:p>
            <a:fld id="{FE1345BA-AC33-406B-9507-6CE3A866F756}" type="datetime1">
              <a:rPr lang="en-US" smtClean="0"/>
              <a:t>3/21/2025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34100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 + Cap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E42B20C0-C9D6-4F6E-BC03-18DB80CECCF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3429000"/>
            <a:ext cx="12192000" cy="34290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 lIns="274320" rIns="274320"/>
          <a:lstStyle>
            <a:lvl1pPr>
              <a:defRPr sz="1600" b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E06DB-6BFE-450B-9CD2-D86E91A30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2023 DOLBY |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49FD5-24FE-45B4-8985-3A9FF16E3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D6EB63-47CB-42A9-BE06-570AF14B67E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69DD74A0-4D0D-469C-AC8C-11AD80E13F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6625" y="1515036"/>
            <a:ext cx="7080325" cy="1523999"/>
          </a:xfrm>
        </p:spPr>
        <p:txBody>
          <a:bodyPr lIns="182880" rIns="182880" bIns="0"/>
          <a:lstStyle>
            <a:lvl1pPr algn="ctr">
              <a:lnSpc>
                <a:spcPct val="100000"/>
              </a:lnSpc>
              <a:spcAft>
                <a:spcPts val="0"/>
              </a:spcAft>
              <a:defRPr lang="en-US" sz="3200" kern="1200" cap="none" baseline="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763" indent="0" algn="ctr">
              <a:lnSpc>
                <a:spcPct val="150000"/>
              </a:lnSpc>
              <a:spcAft>
                <a:spcPts val="0"/>
              </a:spcAft>
              <a:buNone/>
              <a:defRPr lang="en-US" sz="2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39725" indent="-339725" algn="ctr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 lang="en-US" sz="2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59E73D5F-54A6-4C34-855B-6304B249825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66800" y="1"/>
            <a:ext cx="2971800" cy="533400"/>
          </a:xfrm>
        </p:spPr>
        <p:txBody>
          <a:bodyPr anchor="b"/>
          <a:lstStyle>
            <a:lvl1pPr>
              <a:defRPr sz="1000" cap="all" spc="14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D2852535-492B-471D-8C04-12952BEB5E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62700" y="6326533"/>
            <a:ext cx="1790700" cy="531467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sz="800" cap="all" spc="140" baseline="0">
                <a:solidFill>
                  <a:schemeClr val="bg1"/>
                </a:solidFill>
              </a:defRPr>
            </a:lvl1pPr>
          </a:lstStyle>
          <a:p>
            <a:fld id="{592981B1-9C8C-4AF5-94E3-D9FDACB8527A}" type="datetime1">
              <a:rPr lang="en-US" smtClean="0"/>
              <a:t>3/21/2025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33529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A2BF5EF4-DCA8-46D1-94E0-D8614882550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2"/>
            <a:ext cx="6095999" cy="6857998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 lIns="274320" rIns="274320"/>
          <a:lstStyle>
            <a:lvl1pPr>
              <a:defRPr sz="1600" b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F4FF170D-D03D-4455-BAD5-B4A4B185803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6000" y="2"/>
            <a:ext cx="6096000" cy="6857998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 lIns="274320" rIns="274320"/>
          <a:lstStyle>
            <a:lvl1pPr>
              <a:defRPr sz="1600" b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B539E6-7EAC-4AFF-B6E3-980861F2C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2023 DOLBY |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776C9A-F1EA-43AD-8B7A-F14329389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D6EB63-47CB-42A9-BE06-570AF14B67E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286D8213-D72C-47AC-B221-FB80B73CC0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66800" y="1"/>
            <a:ext cx="2971800" cy="533400"/>
          </a:xfrm>
        </p:spPr>
        <p:txBody>
          <a:bodyPr anchor="b"/>
          <a:lstStyle>
            <a:lvl1pPr>
              <a:defRPr sz="1000" cap="all" spc="14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F06BDA15-0DCD-46F5-A2E3-82BFDC3EFD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62700" y="6326533"/>
            <a:ext cx="1790700" cy="531467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sz="800" cap="all" spc="140" baseline="0">
                <a:solidFill>
                  <a:schemeClr val="bg1"/>
                </a:solidFill>
              </a:defRPr>
            </a:lvl1pPr>
          </a:lstStyle>
          <a:p>
            <a:fld id="{3E77B2AA-D97A-4248-8D08-A749D1D8A1E4}" type="datetime1">
              <a:rPr lang="en-US" smtClean="0"/>
              <a:t>3/21/2025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15862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/50 Text L and Pic 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1D3AED38-594C-4C74-B1B0-ECE8C4ACDFA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6000" y="2"/>
            <a:ext cx="6096000" cy="6857998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 lIns="274320" rIns="274320"/>
          <a:lstStyle>
            <a:lvl1pPr>
              <a:defRPr sz="1600" b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58AE05-F0F3-4A12-B0C2-597EABFBA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066800"/>
            <a:ext cx="4762500" cy="6096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25EA61-E4F7-4AAD-A06A-AB7A1C75A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A21BB6-CB5F-4BC2-8CE5-38B51D649E2E}" type="datetime1">
              <a:rPr lang="en-US" smtClean="0"/>
              <a:t>3/21/2025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DFB701-55C5-41E4-95D5-156BFB0BA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2023 DOLBY |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B94B7E-A06D-4B45-BDD4-292F1EC66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D6EB63-47CB-42A9-BE06-570AF14B67E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4122D59-6864-4450-AA15-16480CBE6D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33600"/>
            <a:ext cx="4762500" cy="3657601"/>
          </a:xfrm>
        </p:spPr>
        <p:txBody>
          <a:bodyPr/>
          <a:lstStyle>
            <a:lvl1pPr>
              <a:defRPr sz="1800"/>
            </a:lvl1pPr>
            <a:lvl2pPr marL="228600">
              <a:defRPr sz="1600"/>
            </a:lvl2pPr>
            <a:lvl3pPr marL="502920">
              <a:defRPr sz="1400"/>
            </a:lvl3pPr>
            <a:lvl4pPr>
              <a:lnSpc>
                <a:spcPct val="90000"/>
              </a:lnSpc>
              <a:defRPr/>
            </a:lvl4pPr>
            <a:lvl5pPr>
              <a:lnSpc>
                <a:spcPct val="12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D58B7861-DE49-417F-9FC2-D8C2E029FEC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66800" y="1"/>
            <a:ext cx="2971800" cy="533400"/>
          </a:xfrm>
        </p:spPr>
        <p:txBody>
          <a:bodyPr anchor="b"/>
          <a:lstStyle>
            <a:lvl1pPr>
              <a:defRPr sz="1000" cap="all" spc="140" baseline="0">
                <a:latin typeface="+mj-lt"/>
              </a:defRPr>
            </a:lvl1pPr>
          </a:lstStyle>
          <a:p>
            <a:pPr lvl="0"/>
            <a:r>
              <a:rPr lang="en-US" dirty="0"/>
              <a:t>Click to edit section title</a:t>
            </a:r>
          </a:p>
        </p:txBody>
      </p:sp>
    </p:spTree>
    <p:extLst>
      <p:ext uri="{BB962C8B-B14F-4D97-AF65-F5344CB8AC3E}">
        <p14:creationId xmlns:p14="http://schemas.microsoft.com/office/powerpoint/2010/main" val="97538156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/50 Text R and Pic 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1D3AED38-594C-4C74-B1B0-ECE8C4ACDFA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0" y="2"/>
            <a:ext cx="6096000" cy="6857998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 lIns="274320" rIns="274320"/>
          <a:lstStyle>
            <a:lvl1pPr>
              <a:defRPr sz="1600" b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58AE05-F0F3-4A12-B0C2-597EABFBA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2700" y="1066800"/>
            <a:ext cx="4763519" cy="6096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25EA61-E4F7-4AAD-A06A-AB7A1C75A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64276-6B42-4391-BBB8-8BC5F83143E3}" type="datetime1">
              <a:rPr lang="en-US" smtClean="0"/>
              <a:t>3/21/2025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DFB701-55C5-41E4-95D5-156BFB0BA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2023 DOLBY |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B94B7E-A06D-4B45-BDD4-292F1EC66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6EB63-47CB-42A9-BE06-570AF14B67E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4122D59-6864-4450-AA15-16480CBE6D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2700" y="2133600"/>
            <a:ext cx="4762500" cy="3657601"/>
          </a:xfrm>
        </p:spPr>
        <p:txBody>
          <a:bodyPr/>
          <a:lstStyle>
            <a:lvl1pPr>
              <a:defRPr sz="1800"/>
            </a:lvl1pPr>
            <a:lvl2pPr marL="228600">
              <a:defRPr sz="1600"/>
            </a:lvl2pPr>
            <a:lvl3pPr marL="502920">
              <a:defRPr sz="1400"/>
            </a:lvl3pPr>
            <a:lvl4pPr>
              <a:lnSpc>
                <a:spcPct val="90000"/>
              </a:lnSpc>
              <a:defRPr/>
            </a:lvl4pPr>
            <a:lvl5pPr>
              <a:lnSpc>
                <a:spcPct val="12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D58B7861-DE49-417F-9FC2-D8C2E029FEC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62700" y="1"/>
            <a:ext cx="2971800" cy="533400"/>
          </a:xfrm>
        </p:spPr>
        <p:txBody>
          <a:bodyPr anchor="b"/>
          <a:lstStyle>
            <a:lvl1pPr>
              <a:defRPr sz="1000" cap="all" spc="140" baseline="0">
                <a:latin typeface="+mj-lt"/>
              </a:defRPr>
            </a:lvl1pPr>
          </a:lstStyle>
          <a:p>
            <a:pPr lvl="0"/>
            <a:r>
              <a:rPr lang="en-US" dirty="0"/>
              <a:t>Click to edit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4828846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/50 Text L and Pic R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1D3AED38-594C-4C74-B1B0-ECE8C4ACDFA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6000" y="2"/>
            <a:ext cx="6096000" cy="6857998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 lIns="274320" rIns="274320"/>
          <a:lstStyle>
            <a:lvl1pPr>
              <a:defRPr sz="1600" b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58AE05-F0F3-4A12-B0C2-597EABFBA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066800"/>
            <a:ext cx="4762500" cy="609600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25EA61-E4F7-4AAD-A06A-AB7A1C75A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54F350-F612-4561-976A-77E4AC5BC058}" type="datetime1">
              <a:rPr lang="en-US" smtClean="0"/>
              <a:t>3/21/2025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DFB701-55C5-41E4-95D5-156BFB0BA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2023 DOLBY |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B94B7E-A06D-4B45-BDD4-292F1EC66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D6EB63-47CB-42A9-BE06-570AF14B67E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4122D59-6864-4450-AA15-16480CBE6D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33600"/>
            <a:ext cx="4762500" cy="3657601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 marL="228600">
              <a:defRPr sz="1600">
                <a:solidFill>
                  <a:schemeClr val="bg1"/>
                </a:solidFill>
              </a:defRPr>
            </a:lvl2pPr>
            <a:lvl3pPr marL="502920">
              <a:defRPr sz="1400">
                <a:solidFill>
                  <a:schemeClr val="bg1"/>
                </a:solidFill>
              </a:defRPr>
            </a:lvl3pPr>
            <a:lvl4pPr>
              <a:lnSpc>
                <a:spcPct val="90000"/>
              </a:lnSpc>
              <a:defRPr/>
            </a:lvl4pPr>
            <a:lvl5pPr>
              <a:lnSpc>
                <a:spcPct val="120000"/>
              </a:lnSpc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D58B7861-DE49-417F-9FC2-D8C2E029FEC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66800" y="1"/>
            <a:ext cx="2971800" cy="533400"/>
          </a:xfrm>
        </p:spPr>
        <p:txBody>
          <a:bodyPr anchor="b"/>
          <a:lstStyle>
            <a:lvl1pPr>
              <a:defRPr sz="1000" cap="all" spc="14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4222248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/50 Text R and Pic L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8AE05-F0F3-4A12-B0C2-597EABFBA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2700" y="1066800"/>
            <a:ext cx="4763519" cy="609600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1D3AED38-594C-4C74-B1B0-ECE8C4ACDFA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0" y="2"/>
            <a:ext cx="6096000" cy="6857998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 lIns="274320" rIns="274320"/>
          <a:lstStyle>
            <a:lvl1pPr>
              <a:defRPr sz="1600" b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4122D59-6864-4450-AA15-16480CBE6D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2700" y="2133600"/>
            <a:ext cx="4762500" cy="3657601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 marL="228600">
              <a:defRPr sz="1600">
                <a:solidFill>
                  <a:schemeClr val="bg1"/>
                </a:solidFill>
              </a:defRPr>
            </a:lvl2pPr>
            <a:lvl3pPr marL="502920">
              <a:defRPr sz="1400">
                <a:solidFill>
                  <a:schemeClr val="bg1"/>
                </a:solidFill>
              </a:defRPr>
            </a:lvl3pPr>
            <a:lvl4pPr>
              <a:lnSpc>
                <a:spcPct val="90000"/>
              </a:lnSpc>
              <a:defRPr/>
            </a:lvl4pPr>
            <a:lvl5pPr>
              <a:lnSpc>
                <a:spcPct val="120000"/>
              </a:lnSpc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D58B7861-DE49-417F-9FC2-D8C2E029FEC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62700" y="1"/>
            <a:ext cx="2971800" cy="533400"/>
          </a:xfrm>
        </p:spPr>
        <p:txBody>
          <a:bodyPr anchor="b"/>
          <a:lstStyle>
            <a:lvl1pPr>
              <a:defRPr sz="1000" cap="all" spc="14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25EA61-E4F7-4AAD-A06A-AB7A1C75A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64B692-6172-4009-B799-A9A77A770EEC}" type="datetime1">
              <a:rPr lang="en-US" smtClean="0"/>
              <a:t>3/21/2025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DFB701-55C5-41E4-95D5-156BFB0BA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2023 DOLBY |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B94B7E-A06D-4B45-BDD4-292F1EC66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D6EB63-47CB-42A9-BE06-570AF14B67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64057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B + Four 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C0752-BA79-4625-9FD2-39254CE46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US" sz="3200" b="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54D57-79C3-4BDD-874F-BCDD88E7A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676400"/>
            <a:ext cx="4762500" cy="1443991"/>
          </a:xfrm>
        </p:spPr>
        <p:txBody>
          <a:bodyPr/>
          <a:lstStyle>
            <a:lvl1pPr>
              <a:defRPr sz="1800"/>
            </a:lvl1pPr>
            <a:lvl2pPr marL="228600">
              <a:defRPr sz="1600"/>
            </a:lvl2pPr>
            <a:lvl3pPr marL="502920">
              <a:defRPr sz="1400"/>
            </a:lvl3pPr>
            <a:lvl4pPr>
              <a:lnSpc>
                <a:spcPct val="90000"/>
              </a:lnSpc>
              <a:defRPr/>
            </a:lvl4pPr>
            <a:lvl5pPr>
              <a:lnSpc>
                <a:spcPct val="12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CEE42-51F7-4A4F-8B97-9F875E7FF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2023 DOLBY |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4702D-35A2-4B42-B8F3-AB202DBE2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6EB63-47CB-42A9-BE06-570AF14B67E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635D774-4237-421A-A9C6-8FD90616CB9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62700" y="1676400"/>
            <a:ext cx="4762500" cy="1443991"/>
          </a:xfrm>
        </p:spPr>
        <p:txBody>
          <a:bodyPr/>
          <a:lstStyle>
            <a:lvl1pPr>
              <a:defRPr sz="1800"/>
            </a:lvl1pPr>
            <a:lvl2pPr marL="228600">
              <a:defRPr sz="1600"/>
            </a:lvl2pPr>
            <a:lvl3pPr marL="502920">
              <a:defRPr sz="1400"/>
            </a:lvl3pPr>
            <a:lvl4pPr>
              <a:lnSpc>
                <a:spcPct val="90000"/>
              </a:lnSpc>
              <a:defRPr/>
            </a:lvl4pPr>
            <a:lvl5pPr>
              <a:lnSpc>
                <a:spcPct val="12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8D40960-B2FC-4250-843C-0568002736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66800" y="1"/>
            <a:ext cx="2971800" cy="533400"/>
          </a:xfrm>
        </p:spPr>
        <p:txBody>
          <a:bodyPr anchor="b"/>
          <a:lstStyle>
            <a:lvl1pPr>
              <a:defRPr sz="1000" cap="all" spc="140" baseline="0">
                <a:latin typeface="+mj-lt"/>
              </a:defRPr>
            </a:lvl1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568E918E-BD89-488E-9675-4264DBEAC98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3560064"/>
            <a:ext cx="2852928" cy="2231136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 lIns="274320" rIns="274320"/>
          <a:lstStyle>
            <a:lvl1pPr>
              <a:defRPr sz="1600" b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2798FB2B-A08C-413C-913E-DA728388218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113024" y="3560064"/>
            <a:ext cx="2852928" cy="2231136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 lIns="274320" rIns="274320"/>
          <a:lstStyle>
            <a:lvl1pPr>
              <a:defRPr sz="1600" b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FB2A067B-940F-45F5-AC8B-D94898F3528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26048" y="3560064"/>
            <a:ext cx="2852928" cy="2231136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 lIns="274320" rIns="274320"/>
          <a:lstStyle>
            <a:lvl1pPr>
              <a:defRPr sz="1600" b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11CAAE30-6CF8-412A-9ADE-B24ECE8DAF3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339072" y="3560064"/>
            <a:ext cx="2852928" cy="2231136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 lIns="274320" rIns="274320"/>
          <a:lstStyle>
            <a:lvl1pPr>
              <a:defRPr sz="1600" b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2D182897-4EAF-4DB2-84A5-52FE49CBC2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62700" y="6326533"/>
            <a:ext cx="1790700" cy="531467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sz="800" cap="all" spc="140" baseline="0">
                <a:solidFill>
                  <a:schemeClr val="tx1"/>
                </a:solidFill>
              </a:defRPr>
            </a:lvl1pPr>
          </a:lstStyle>
          <a:p>
            <a:fld id="{931439C1-F286-41C5-B20E-FF05DAFD782D}" type="datetime1">
              <a:rPr lang="en-US" smtClean="0"/>
              <a:t>3/21/2025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8565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B539E6-7EAC-4AFF-B6E3-980861F2C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2023 DOLBY |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776C9A-F1EA-43AD-8B7A-F14329389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6EB63-47CB-42A9-BE06-570AF14B67E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286D8213-D72C-47AC-B221-FB80B73CC0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66800" y="1"/>
            <a:ext cx="2971800" cy="533400"/>
          </a:xfrm>
        </p:spPr>
        <p:txBody>
          <a:bodyPr anchor="b"/>
          <a:lstStyle>
            <a:lvl1pPr>
              <a:defRPr sz="1000" cap="all" spc="140" baseline="0">
                <a:latin typeface="+mj-lt"/>
              </a:defRPr>
            </a:lvl1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A2BF5EF4-DCA8-46D1-94E0-D8614882550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068255"/>
            <a:ext cx="2852928" cy="2231136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 lIns="274320" rIns="274320"/>
          <a:lstStyle>
            <a:lvl1pPr>
              <a:defRPr sz="1600" b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74925CE5-2BBA-4425-A2A4-A1EEE46C681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3560064"/>
            <a:ext cx="2852928" cy="2231136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 lIns="274320" rIns="274320"/>
          <a:lstStyle>
            <a:lvl1pPr>
              <a:defRPr sz="1600" b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E044C9D3-5E16-4285-952A-93B36EE9F1F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13024" y="1068255"/>
            <a:ext cx="2852928" cy="2231136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 lIns="274320" rIns="274320"/>
          <a:lstStyle>
            <a:lvl1pPr>
              <a:defRPr sz="1600" b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52DB841A-44E6-454A-A721-CA6C418A07E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113024" y="3560064"/>
            <a:ext cx="2852928" cy="2231136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 lIns="274320" rIns="274320"/>
          <a:lstStyle>
            <a:lvl1pPr>
              <a:defRPr sz="1600" b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0A0020A0-6899-4D44-B7C8-711C3888BF5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26048" y="1068255"/>
            <a:ext cx="2852928" cy="2231136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 lIns="274320" rIns="274320"/>
          <a:lstStyle>
            <a:lvl1pPr>
              <a:defRPr sz="1600" b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255F0707-0CF1-4D1C-A915-5639AFE201C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26048" y="3560064"/>
            <a:ext cx="2852928" cy="2231136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 lIns="274320" rIns="274320"/>
          <a:lstStyle>
            <a:lvl1pPr>
              <a:defRPr sz="1600" b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F4FF170D-D03D-4455-BAD5-B4A4B185803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39072" y="1068255"/>
            <a:ext cx="2852928" cy="2231136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 lIns="274320" rIns="274320"/>
          <a:lstStyle>
            <a:lvl1pPr>
              <a:defRPr sz="1600" b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ADDCC828-8EEF-48C2-B890-7AB80C184F9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339072" y="3560064"/>
            <a:ext cx="2852928" cy="2231136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 lIns="274320" rIns="274320"/>
          <a:lstStyle>
            <a:lvl1pPr>
              <a:defRPr sz="1600" b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E88B5AAC-01EB-4F89-B514-C9BB305B85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62700" y="6326533"/>
            <a:ext cx="1790700" cy="531467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sz="800" cap="all" spc="140" baseline="0">
                <a:solidFill>
                  <a:schemeClr val="tx1"/>
                </a:solidFill>
              </a:defRPr>
            </a:lvl1pPr>
          </a:lstStyle>
          <a:p>
            <a:fld id="{8960518B-4949-47FD-A0CB-AEDA47AC8126}" type="datetime1">
              <a:rPr lang="en-US" smtClean="0"/>
              <a:t>3/21/2025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3856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+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C0752-BA79-4625-9FD2-39254CE46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066800"/>
            <a:ext cx="10058400" cy="609600"/>
          </a:xfrm>
        </p:spPr>
        <p:txBody>
          <a:bodyPr/>
          <a:lstStyle>
            <a:lvl1pPr algn="ctr">
              <a:defRPr sz="3200" b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54D57-79C3-4BDD-874F-BCDD88E7A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3021806"/>
            <a:ext cx="2971800" cy="2769395"/>
          </a:xfrm>
        </p:spPr>
        <p:txBody>
          <a:bodyPr/>
          <a:lstStyle>
            <a:lvl1pPr>
              <a:defRPr sz="1800"/>
            </a:lvl1pPr>
            <a:lvl2pPr marL="228600">
              <a:defRPr sz="1600"/>
            </a:lvl2pPr>
            <a:lvl3pPr marL="502920">
              <a:defRPr sz="14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CEE42-51F7-4A4F-8B97-9F875E7FF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2023 DOLBY |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4702D-35A2-4B42-B8F3-AB202DBE2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6EB63-47CB-42A9-BE06-570AF14B67E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635D774-4237-421A-A9C6-8FD90616CB9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153400" y="3021806"/>
            <a:ext cx="2971800" cy="2769395"/>
          </a:xfrm>
        </p:spPr>
        <p:txBody>
          <a:bodyPr/>
          <a:lstStyle>
            <a:lvl1pPr>
              <a:defRPr sz="1800"/>
            </a:lvl1pPr>
            <a:lvl2pPr marL="228600">
              <a:defRPr sz="1600"/>
            </a:lvl2pPr>
            <a:lvl3pPr marL="502920">
              <a:defRPr sz="14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23C08C8-9F57-41DC-A230-36D86888575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10100" y="3021806"/>
            <a:ext cx="2971800" cy="2769395"/>
          </a:xfrm>
        </p:spPr>
        <p:txBody>
          <a:bodyPr/>
          <a:lstStyle>
            <a:lvl1pPr>
              <a:defRPr sz="1800"/>
            </a:lvl1pPr>
            <a:lvl2pPr marL="228600">
              <a:defRPr sz="1600"/>
            </a:lvl2pPr>
            <a:lvl3pPr marL="502920">
              <a:defRPr sz="14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06AED1E-5D97-49DB-9743-AA345D9C778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66800" y="1"/>
            <a:ext cx="2971800" cy="533400"/>
          </a:xfrm>
        </p:spPr>
        <p:txBody>
          <a:bodyPr anchor="b"/>
          <a:lstStyle>
            <a:lvl1pPr>
              <a:defRPr sz="1000" cap="all" spc="140" baseline="0">
                <a:latin typeface="+mj-lt"/>
              </a:defRPr>
            </a:lvl1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3FD2234-3789-4CB9-87CF-F92D53226F5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78523" y="1955007"/>
            <a:ext cx="748354" cy="736652"/>
          </a:xfrm>
          <a:prstGeom prst="ellipse">
            <a:avLst/>
          </a:prstGeom>
          <a:ln w="25400">
            <a:solidFill>
              <a:schemeClr val="accent4"/>
            </a:solidFill>
          </a:ln>
        </p:spPr>
        <p:txBody>
          <a:bodyPr anchor="b" anchorCtr="0"/>
          <a:lstStyle>
            <a:lvl1pPr algn="ctr">
              <a:lnSpc>
                <a:spcPct val="90000"/>
              </a:lnSpc>
              <a:spcAft>
                <a:spcPts val="0"/>
              </a:spcAft>
              <a:defRPr sz="32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8D5DE045-E97A-4A80-9282-10FEA4CB1C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21823" y="1955007"/>
            <a:ext cx="748354" cy="736652"/>
          </a:xfrm>
          <a:prstGeom prst="ellipse">
            <a:avLst/>
          </a:prstGeom>
          <a:ln w="25400">
            <a:solidFill>
              <a:schemeClr val="accent4"/>
            </a:solidFill>
          </a:ln>
        </p:spPr>
        <p:txBody>
          <a:bodyPr anchor="b" anchorCtr="0"/>
          <a:lstStyle>
            <a:lvl1pPr algn="ctr">
              <a:lnSpc>
                <a:spcPct val="90000"/>
              </a:lnSpc>
              <a:spcAft>
                <a:spcPts val="0"/>
              </a:spcAft>
              <a:defRPr sz="32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1A2BC603-F83C-4423-AF8F-E694A5C32E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265123" y="1955007"/>
            <a:ext cx="748354" cy="736652"/>
          </a:xfrm>
          <a:prstGeom prst="ellipse">
            <a:avLst/>
          </a:prstGeom>
          <a:ln w="25400">
            <a:solidFill>
              <a:schemeClr val="accent4"/>
            </a:solidFill>
          </a:ln>
        </p:spPr>
        <p:txBody>
          <a:bodyPr anchor="b" anchorCtr="0"/>
          <a:lstStyle>
            <a:lvl1pPr algn="ctr">
              <a:lnSpc>
                <a:spcPct val="90000"/>
              </a:lnSpc>
              <a:spcAft>
                <a:spcPts val="0"/>
              </a:spcAft>
              <a:defRPr sz="32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824F8182-F55A-41AB-AC59-8BA8385E6C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62700" y="6326533"/>
            <a:ext cx="1790700" cy="531467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sz="800" cap="all" spc="140" baseline="0">
                <a:solidFill>
                  <a:schemeClr val="tx1"/>
                </a:solidFill>
              </a:defRPr>
            </a:lvl1pPr>
          </a:lstStyle>
          <a:p>
            <a:fld id="{B3C34AAB-6A06-4CBA-B2E8-BB7F0C5803EA}" type="datetime1">
              <a:rPr lang="en-US" smtClean="0"/>
              <a:t>3/21/2025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7874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54D57-79C3-4BDD-874F-BCDD88E7A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3429000"/>
            <a:ext cx="4762500" cy="2362201"/>
          </a:xfrm>
        </p:spPr>
        <p:txBody>
          <a:bodyPr tIns="91440"/>
          <a:lstStyle>
            <a:lvl1pPr>
              <a:defRPr sz="1800"/>
            </a:lvl1pPr>
            <a:lvl2pPr marL="228600">
              <a:defRPr sz="1600"/>
            </a:lvl2pPr>
            <a:lvl3pPr marL="502920">
              <a:defRPr sz="14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CEE42-51F7-4A4F-8B97-9F875E7FF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2023 DOLBY |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4702D-35A2-4B42-B8F3-AB202DBE2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6EB63-47CB-42A9-BE06-570AF14B67E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635D774-4237-421A-A9C6-8FD90616CB9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62700" y="3429000"/>
            <a:ext cx="4762500" cy="2362201"/>
          </a:xfrm>
        </p:spPr>
        <p:txBody>
          <a:bodyPr tIns="91440"/>
          <a:lstStyle>
            <a:lvl1pPr>
              <a:defRPr sz="1800"/>
            </a:lvl1pPr>
            <a:lvl2pPr marL="228600">
              <a:defRPr sz="1600"/>
            </a:lvl2pPr>
            <a:lvl3pPr marL="502920">
              <a:defRPr sz="14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8D40960-B2FC-4250-843C-0568002736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66800" y="1"/>
            <a:ext cx="2971800" cy="533400"/>
          </a:xfrm>
        </p:spPr>
        <p:txBody>
          <a:bodyPr anchor="b"/>
          <a:lstStyle>
            <a:lvl1pPr>
              <a:defRPr sz="1000" cap="all" spc="140" baseline="0">
                <a:latin typeface="+mj-lt"/>
              </a:defRPr>
            </a:lvl1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E0A3A1D-31A5-435F-ADA2-FFDF209E231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60420" y="1676400"/>
            <a:ext cx="2468880" cy="609600"/>
          </a:xfrm>
        </p:spPr>
        <p:txBody>
          <a:bodyPr/>
          <a:lstStyle>
            <a:lvl1pPr algn="ctr">
              <a:lnSpc>
                <a:spcPct val="90000"/>
              </a:lnSpc>
              <a:spcAft>
                <a:spcPts val="0"/>
              </a:spcAft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0FA3EE-B45C-4002-976E-9EC64B32F8D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62700" y="1676400"/>
            <a:ext cx="2468880" cy="609600"/>
          </a:xfrm>
        </p:spPr>
        <p:txBody>
          <a:bodyPr/>
          <a:lstStyle>
            <a:lvl1pPr algn="ctr">
              <a:lnSpc>
                <a:spcPct val="90000"/>
              </a:lnSpc>
              <a:spcAft>
                <a:spcPts val="0"/>
              </a:spcAft>
              <a:defRPr sz="3200" b="0">
                <a:ln>
                  <a:noFill/>
                </a:ln>
                <a:gradFill flip="none" rotWithShape="1">
                  <a:gsLst>
                    <a:gs pos="0">
                      <a:schemeClr val="accent4"/>
                    </a:gs>
                    <a:gs pos="100000">
                      <a:schemeClr val="accent2"/>
                    </a:gs>
                  </a:gsLst>
                  <a:lin ang="10800000" scaled="1"/>
                  <a:tileRect/>
                </a:gra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5E5C3A96-3A09-40A4-A6E5-4C30E40B79DB}"/>
              </a:ext>
            </a:extLst>
          </p:cNvPr>
          <p:cNvCxnSpPr>
            <a:stCxn id="14" idx="2"/>
            <a:endCxn id="8" idx="0"/>
          </p:cNvCxnSpPr>
          <p:nvPr userDrawn="1"/>
        </p:nvCxnSpPr>
        <p:spPr>
          <a:xfrm rot="16200000" flipH="1">
            <a:off x="7599045" y="2284095"/>
            <a:ext cx="1143000" cy="1146810"/>
          </a:xfrm>
          <a:prstGeom prst="bentConnector3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0F5EF804-B995-4996-B826-CE190BB1C9D5}"/>
              </a:ext>
            </a:extLst>
          </p:cNvPr>
          <p:cNvCxnSpPr>
            <a:cxnSpLocks/>
            <a:stCxn id="12" idx="2"/>
            <a:endCxn id="3" idx="0"/>
          </p:cNvCxnSpPr>
          <p:nvPr userDrawn="1"/>
        </p:nvCxnSpPr>
        <p:spPr>
          <a:xfrm rot="5400000">
            <a:off x="3449955" y="2284095"/>
            <a:ext cx="1143000" cy="1146810"/>
          </a:xfrm>
          <a:prstGeom prst="bentConnector3">
            <a:avLst>
              <a:gd name="adj1" fmla="val 50000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BE2E145B-ED05-49BB-A86D-341EDD6CFB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62700" y="6326533"/>
            <a:ext cx="1790700" cy="531467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sz="800" cap="all" spc="140" baseline="0">
                <a:solidFill>
                  <a:schemeClr val="tx1"/>
                </a:solidFill>
              </a:defRPr>
            </a:lvl1pPr>
          </a:lstStyle>
          <a:p>
            <a:fld id="{ECDC2E91-5C47-4150-AC58-AE6912F22E33}" type="datetime1">
              <a:rPr lang="en-US" smtClean="0"/>
              <a:t>3/21/2025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41637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99BC8C-C241-46CF-BDEB-32770E24010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76307" y="1458094"/>
            <a:ext cx="1083207" cy="528638"/>
          </a:xfrm>
        </p:spPr>
        <p:txBody>
          <a:bodyPr bIns="45720" anchor="b"/>
          <a:lstStyle>
            <a:lvl1pPr algn="ctr">
              <a:lnSpc>
                <a:spcPct val="100000"/>
              </a:lnSpc>
              <a:defRPr lang="en-US" sz="1050" b="0" i="0" kern="1200" spc="0" dirty="0" smtClean="0">
                <a:solidFill>
                  <a:srgbClr val="000000"/>
                </a:solidFill>
                <a:latin typeface="AvenirNext LT Pro Regular" panose="020B0504020202020204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A41BA8-3661-4B02-8310-691874E12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2023 DOLBY |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2E9A43-B389-47B0-A3B4-CD23EAD0E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6EB63-47CB-42A9-BE06-570AF14B67E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4C4798FA-6F1F-44BE-97EB-6F2592E6FF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66800" y="1"/>
            <a:ext cx="2971800" cy="533400"/>
          </a:xfrm>
        </p:spPr>
        <p:txBody>
          <a:bodyPr anchor="b"/>
          <a:lstStyle>
            <a:lvl1pPr>
              <a:defRPr sz="1000" cap="all" spc="140" baseline="0">
                <a:latin typeface="+mj-lt"/>
              </a:defRPr>
            </a:lvl1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666A029-C40E-4A3E-9219-8BA4A348A9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62700" y="6326533"/>
            <a:ext cx="1790700" cy="531467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sz="800" cap="all" spc="140" baseline="0">
                <a:solidFill>
                  <a:schemeClr val="tx1"/>
                </a:solidFill>
              </a:defRPr>
            </a:lvl1pPr>
          </a:lstStyle>
          <a:p>
            <a:fld id="{0F864F81-AF39-4B09-B622-AF7D75DBE895}" type="datetime1">
              <a:rPr lang="en-US" smtClean="0"/>
              <a:t>3/21/2025</a:t>
            </a:fld>
            <a:endParaRPr lang="en-US"/>
          </a:p>
        </p:txBody>
      </p:sp>
      <p:sp>
        <p:nvSpPr>
          <p:cNvPr id="41" name="Line">
            <a:extLst>
              <a:ext uri="{FF2B5EF4-FFF2-40B4-BE49-F238E27FC236}">
                <a16:creationId xmlns:a16="http://schemas.microsoft.com/office/drawing/2014/main" id="{E105D948-28DD-4EDC-B9AC-52FDF7D96A48}"/>
              </a:ext>
            </a:extLst>
          </p:cNvPr>
          <p:cNvSpPr/>
          <p:nvPr userDrawn="1"/>
        </p:nvSpPr>
        <p:spPr>
          <a:xfrm>
            <a:off x="607019" y="3419870"/>
            <a:ext cx="10998827" cy="0"/>
          </a:xfrm>
          <a:prstGeom prst="line">
            <a:avLst/>
          </a:prstGeom>
          <a:ln w="12700">
            <a:solidFill>
              <a:srgbClr val="000000"/>
            </a:solidFill>
            <a:miter lim="400000"/>
            <a:headEnd type="oval"/>
            <a:tailEnd type="triangle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spc="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050">
              <a:latin typeface="AvenirNext LT Pro Regular" panose="020B0504020202020204" pitchFamily="34" charset="0"/>
            </a:endParaRPr>
          </a:p>
        </p:txBody>
      </p:sp>
      <p:sp>
        <p:nvSpPr>
          <p:cNvPr id="71" name="Text Placeholder 4">
            <a:extLst>
              <a:ext uri="{FF2B5EF4-FFF2-40B4-BE49-F238E27FC236}">
                <a16:creationId xmlns:a16="http://schemas.microsoft.com/office/drawing/2014/main" id="{CD34ABA2-6F71-4C54-AC1C-79B2BECCAC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572125" y="1458094"/>
            <a:ext cx="1083207" cy="528638"/>
          </a:xfrm>
        </p:spPr>
        <p:txBody>
          <a:bodyPr bIns="45720" anchor="b"/>
          <a:lstStyle>
            <a:lvl1pPr algn="ctr">
              <a:lnSpc>
                <a:spcPct val="100000"/>
              </a:lnSpc>
              <a:defRPr lang="en-US" sz="1050" b="0" i="0" kern="1200" spc="0" dirty="0" smtClean="0">
                <a:solidFill>
                  <a:srgbClr val="000000"/>
                </a:solidFill>
                <a:latin typeface="AvenirNext LT Pro Regular" panose="020B0504020202020204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Text Placeholder 4">
            <a:extLst>
              <a:ext uri="{FF2B5EF4-FFF2-40B4-BE49-F238E27FC236}">
                <a16:creationId xmlns:a16="http://schemas.microsoft.com/office/drawing/2014/main" id="{5D74A249-59A8-4271-AF19-358CE2D150F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67943" y="1458094"/>
            <a:ext cx="1083207" cy="528638"/>
          </a:xfrm>
        </p:spPr>
        <p:txBody>
          <a:bodyPr bIns="45720" anchor="b"/>
          <a:lstStyle>
            <a:lvl1pPr algn="ctr">
              <a:lnSpc>
                <a:spcPct val="100000"/>
              </a:lnSpc>
              <a:defRPr lang="en-US" sz="1050" b="0" i="0" kern="1200" spc="0" dirty="0" smtClean="0">
                <a:solidFill>
                  <a:srgbClr val="000000"/>
                </a:solidFill>
                <a:latin typeface="AvenirNext LT Pro Regular" panose="020B0504020202020204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3" name="Text Placeholder 4">
            <a:extLst>
              <a:ext uri="{FF2B5EF4-FFF2-40B4-BE49-F238E27FC236}">
                <a16:creationId xmlns:a16="http://schemas.microsoft.com/office/drawing/2014/main" id="{FF6BF250-F066-4D64-8072-2D49D69744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563761" y="1458094"/>
            <a:ext cx="1083207" cy="528638"/>
          </a:xfrm>
        </p:spPr>
        <p:txBody>
          <a:bodyPr bIns="45720" anchor="b"/>
          <a:lstStyle>
            <a:lvl1pPr algn="ctr">
              <a:lnSpc>
                <a:spcPct val="100000"/>
              </a:lnSpc>
              <a:defRPr lang="en-US" sz="1050" b="0" i="0" kern="1200" spc="0" dirty="0" smtClean="0">
                <a:solidFill>
                  <a:srgbClr val="000000"/>
                </a:solidFill>
                <a:latin typeface="AvenirNext LT Pro Regular" panose="020B0504020202020204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4" name="Text Placeholder 4">
            <a:extLst>
              <a:ext uri="{FF2B5EF4-FFF2-40B4-BE49-F238E27FC236}">
                <a16:creationId xmlns:a16="http://schemas.microsoft.com/office/drawing/2014/main" id="{61626614-0BEB-4D21-A52E-A5C02494C58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059579" y="1458094"/>
            <a:ext cx="1083207" cy="528638"/>
          </a:xfrm>
        </p:spPr>
        <p:txBody>
          <a:bodyPr bIns="45720" anchor="b"/>
          <a:lstStyle>
            <a:lvl1pPr algn="ctr">
              <a:lnSpc>
                <a:spcPct val="100000"/>
              </a:lnSpc>
              <a:defRPr lang="en-US" sz="1050" b="0" i="0" kern="1200" spc="0" dirty="0" smtClean="0">
                <a:solidFill>
                  <a:srgbClr val="000000"/>
                </a:solidFill>
                <a:latin typeface="AvenirNext LT Pro Regular" panose="020B0504020202020204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5" name="Text Placeholder 4">
            <a:extLst>
              <a:ext uri="{FF2B5EF4-FFF2-40B4-BE49-F238E27FC236}">
                <a16:creationId xmlns:a16="http://schemas.microsoft.com/office/drawing/2014/main" id="{554F996F-0A83-4D55-A607-A374664DBF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55397" y="1458094"/>
            <a:ext cx="1083207" cy="528638"/>
          </a:xfrm>
        </p:spPr>
        <p:txBody>
          <a:bodyPr bIns="45720" anchor="b"/>
          <a:lstStyle>
            <a:lvl1pPr algn="ctr">
              <a:lnSpc>
                <a:spcPct val="100000"/>
              </a:lnSpc>
              <a:defRPr lang="en-US" sz="1050" b="0" i="0" kern="1200" spc="0" dirty="0" smtClean="0">
                <a:solidFill>
                  <a:srgbClr val="000000"/>
                </a:solidFill>
                <a:latin typeface="AvenirNext LT Pro Regular" panose="020B0504020202020204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7" name="Text Placeholder 4">
            <a:extLst>
              <a:ext uri="{FF2B5EF4-FFF2-40B4-BE49-F238E27FC236}">
                <a16:creationId xmlns:a16="http://schemas.microsoft.com/office/drawing/2014/main" id="{43DC1E36-FB68-4155-8127-80409A1C7EB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0051215" y="1458094"/>
            <a:ext cx="1083207" cy="528638"/>
          </a:xfrm>
        </p:spPr>
        <p:txBody>
          <a:bodyPr bIns="45720" anchor="b"/>
          <a:lstStyle>
            <a:lvl1pPr algn="ctr">
              <a:lnSpc>
                <a:spcPct val="100000"/>
              </a:lnSpc>
              <a:defRPr lang="en-US" sz="1050" b="0" i="0" kern="1200" spc="0" dirty="0" smtClean="0">
                <a:solidFill>
                  <a:srgbClr val="000000"/>
                </a:solidFill>
                <a:latin typeface="AvenirNext LT Pro Regular" panose="020B0504020202020204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8" name="Text Placeholder 4">
            <a:extLst>
              <a:ext uri="{FF2B5EF4-FFF2-40B4-BE49-F238E27FC236}">
                <a16:creationId xmlns:a16="http://schemas.microsoft.com/office/drawing/2014/main" id="{2CBAC91C-90FD-4909-9187-A14828F45CB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21695" y="4871268"/>
            <a:ext cx="1083207" cy="528638"/>
          </a:xfrm>
        </p:spPr>
        <p:txBody>
          <a:bodyPr tIns="45720" anchor="t"/>
          <a:lstStyle>
            <a:lvl1pPr algn="ctr">
              <a:lnSpc>
                <a:spcPct val="100000"/>
              </a:lnSpc>
              <a:defRPr lang="en-US" sz="1050" b="0" i="0" kern="1200" spc="0" dirty="0" smtClean="0">
                <a:solidFill>
                  <a:srgbClr val="000000"/>
                </a:solidFill>
                <a:latin typeface="AvenirNext LT Pro Regular" panose="020B0504020202020204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9" name="Text Placeholder 4">
            <a:extLst>
              <a:ext uri="{FF2B5EF4-FFF2-40B4-BE49-F238E27FC236}">
                <a16:creationId xmlns:a16="http://schemas.microsoft.com/office/drawing/2014/main" id="{E68E5C57-FA73-4F72-9881-22E48CBB94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317513" y="4871268"/>
            <a:ext cx="1083207" cy="528638"/>
          </a:xfrm>
        </p:spPr>
        <p:txBody>
          <a:bodyPr tIns="45720" anchor="t"/>
          <a:lstStyle>
            <a:lvl1pPr algn="ctr">
              <a:lnSpc>
                <a:spcPct val="100000"/>
              </a:lnSpc>
              <a:defRPr lang="en-US" sz="1050" b="0" i="0" kern="1200" spc="0" dirty="0" smtClean="0">
                <a:solidFill>
                  <a:srgbClr val="000000"/>
                </a:solidFill>
                <a:latin typeface="AvenirNext LT Pro Regular" panose="020B0504020202020204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D8FC4805-4E79-4F34-B2AE-D2BF59CC963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13331" y="4871268"/>
            <a:ext cx="1083207" cy="528638"/>
          </a:xfrm>
        </p:spPr>
        <p:txBody>
          <a:bodyPr tIns="45720" anchor="t"/>
          <a:lstStyle>
            <a:lvl1pPr algn="ctr">
              <a:lnSpc>
                <a:spcPct val="100000"/>
              </a:lnSpc>
              <a:defRPr lang="en-US" sz="1050" b="0" i="0" kern="1200" spc="0" dirty="0" smtClean="0">
                <a:solidFill>
                  <a:srgbClr val="000000"/>
                </a:solidFill>
                <a:latin typeface="AvenirNext LT Pro Regular" panose="020B0504020202020204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E19EFA1A-DD83-4D35-B5D6-38E11CACBFA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309149" y="4871268"/>
            <a:ext cx="1083207" cy="528638"/>
          </a:xfrm>
        </p:spPr>
        <p:txBody>
          <a:bodyPr tIns="45720" anchor="t"/>
          <a:lstStyle>
            <a:lvl1pPr algn="ctr">
              <a:lnSpc>
                <a:spcPct val="100000"/>
              </a:lnSpc>
              <a:defRPr lang="en-US" sz="1050" b="0" i="0" kern="1200" spc="0" dirty="0" smtClean="0">
                <a:solidFill>
                  <a:srgbClr val="000000"/>
                </a:solidFill>
                <a:latin typeface="AvenirNext LT Pro Regular" panose="020B0504020202020204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2" name="Text Placeholder 4">
            <a:extLst>
              <a:ext uri="{FF2B5EF4-FFF2-40B4-BE49-F238E27FC236}">
                <a16:creationId xmlns:a16="http://schemas.microsoft.com/office/drawing/2014/main" id="{44FAF54E-476C-4D69-885A-D297C392231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804967" y="4871268"/>
            <a:ext cx="1083207" cy="528638"/>
          </a:xfrm>
        </p:spPr>
        <p:txBody>
          <a:bodyPr tIns="45720" anchor="t"/>
          <a:lstStyle>
            <a:lvl1pPr algn="ctr">
              <a:lnSpc>
                <a:spcPct val="100000"/>
              </a:lnSpc>
              <a:defRPr lang="en-US" sz="1050" b="0" i="0" kern="1200" spc="0" dirty="0" smtClean="0">
                <a:solidFill>
                  <a:srgbClr val="000000"/>
                </a:solidFill>
                <a:latin typeface="AvenirNext LT Pro Regular" panose="020B0504020202020204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3" name="Text Placeholder 4">
            <a:extLst>
              <a:ext uri="{FF2B5EF4-FFF2-40B4-BE49-F238E27FC236}">
                <a16:creationId xmlns:a16="http://schemas.microsoft.com/office/drawing/2014/main" id="{FD9225CD-07AE-4656-A5B9-E22EE5FDD67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300785" y="4871268"/>
            <a:ext cx="1083207" cy="528638"/>
          </a:xfrm>
        </p:spPr>
        <p:txBody>
          <a:bodyPr tIns="45720" anchor="t"/>
          <a:lstStyle>
            <a:lvl1pPr algn="ctr">
              <a:lnSpc>
                <a:spcPct val="100000"/>
              </a:lnSpc>
              <a:defRPr lang="en-US" sz="1050" b="0" i="0" kern="1200" spc="0" dirty="0" smtClean="0">
                <a:solidFill>
                  <a:srgbClr val="000000"/>
                </a:solidFill>
                <a:latin typeface="AvenirNext LT Pro Regular" panose="020B0504020202020204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5" name="Text Placeholder 104">
            <a:extLst>
              <a:ext uri="{FF2B5EF4-FFF2-40B4-BE49-F238E27FC236}">
                <a16:creationId xmlns:a16="http://schemas.microsoft.com/office/drawing/2014/main" id="{520CBFC9-4D4A-401F-9834-7715749173B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83920" y="3236990"/>
            <a:ext cx="365760" cy="365760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/>
          <a:lstStyle>
            <a:lvl1pPr algn="ctr">
              <a:lnSpc>
                <a:spcPct val="100000"/>
              </a:lnSpc>
              <a:spcAft>
                <a:spcPts val="0"/>
              </a:spcAft>
              <a:defRPr sz="1200"/>
            </a:lvl1pPr>
          </a:lstStyle>
          <a:p>
            <a:pPr lvl="0"/>
            <a:r>
              <a:rPr lang="en-US" dirty="0" err="1"/>
              <a:t>Qtr</a:t>
            </a:r>
            <a:endParaRPr lang="en-US" dirty="0"/>
          </a:p>
        </p:txBody>
      </p:sp>
      <p:sp>
        <p:nvSpPr>
          <p:cNvPr id="106" name="Text Placeholder 104">
            <a:extLst>
              <a:ext uri="{FF2B5EF4-FFF2-40B4-BE49-F238E27FC236}">
                <a16:creationId xmlns:a16="http://schemas.microsoft.com/office/drawing/2014/main" id="{C6239067-C1D1-4F86-9784-5D391DDAE67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446694" y="3236990"/>
            <a:ext cx="365760" cy="365760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/>
          <a:lstStyle>
            <a:lvl1pPr algn="ctr">
              <a:lnSpc>
                <a:spcPct val="100000"/>
              </a:lnSpc>
              <a:spcAft>
                <a:spcPts val="0"/>
              </a:spcAft>
              <a:defRPr sz="1200"/>
            </a:lvl1pPr>
          </a:lstStyle>
          <a:p>
            <a:pPr lvl="0"/>
            <a:r>
              <a:rPr lang="en-US" dirty="0" err="1"/>
              <a:t>Qtr</a:t>
            </a:r>
            <a:endParaRPr lang="en-US" dirty="0"/>
          </a:p>
        </p:txBody>
      </p:sp>
      <p:sp>
        <p:nvSpPr>
          <p:cNvPr id="107" name="Text Placeholder 104">
            <a:extLst>
              <a:ext uri="{FF2B5EF4-FFF2-40B4-BE49-F238E27FC236}">
                <a16:creationId xmlns:a16="http://schemas.microsoft.com/office/drawing/2014/main" id="{A177A91C-35DA-40E3-84A4-634EED6CBE1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009468" y="3236990"/>
            <a:ext cx="365760" cy="365760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/>
          <a:lstStyle>
            <a:lvl1pPr algn="ctr">
              <a:lnSpc>
                <a:spcPct val="100000"/>
              </a:lnSpc>
              <a:spcAft>
                <a:spcPts val="0"/>
              </a:spcAft>
              <a:defRPr sz="1200"/>
            </a:lvl1pPr>
          </a:lstStyle>
          <a:p>
            <a:pPr lvl="0"/>
            <a:r>
              <a:rPr lang="en-US" dirty="0" err="1"/>
              <a:t>Qtr</a:t>
            </a:r>
            <a:endParaRPr lang="en-US" dirty="0"/>
          </a:p>
        </p:txBody>
      </p:sp>
      <p:sp>
        <p:nvSpPr>
          <p:cNvPr id="108" name="Text Placeholder 104">
            <a:extLst>
              <a:ext uri="{FF2B5EF4-FFF2-40B4-BE49-F238E27FC236}">
                <a16:creationId xmlns:a16="http://schemas.microsoft.com/office/drawing/2014/main" id="{B05548E4-6C82-4193-86D7-A14EFC5ACC8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572243" y="3236990"/>
            <a:ext cx="365760" cy="365760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/>
          <a:lstStyle>
            <a:lvl1pPr algn="ctr">
              <a:lnSpc>
                <a:spcPct val="100000"/>
              </a:lnSpc>
              <a:spcAft>
                <a:spcPts val="0"/>
              </a:spcAft>
              <a:defRPr sz="1200"/>
            </a:lvl1pPr>
          </a:lstStyle>
          <a:p>
            <a:pPr lvl="0"/>
            <a:r>
              <a:rPr lang="en-US" dirty="0" err="1"/>
              <a:t>Qtr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528324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3F2943C-8EBC-486C-9A31-32F2D35F0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3061" y="1596325"/>
            <a:ext cx="8892139" cy="4194875"/>
          </a:xfrm>
        </p:spPr>
        <p:txBody>
          <a:bodyPr/>
          <a:lstStyle>
            <a:lvl1pPr>
              <a:lnSpc>
                <a:spcPct val="100000"/>
              </a:lnSpc>
              <a:spcAft>
                <a:spcPts val="2400"/>
              </a:spcAft>
              <a:defRPr sz="3200"/>
            </a:lvl1pPr>
            <a:lvl2pPr marL="463550" indent="-458788">
              <a:lnSpc>
                <a:spcPct val="100000"/>
              </a:lnSpc>
              <a:spcAft>
                <a:spcPts val="2400"/>
              </a:spcAft>
              <a:buFont typeface="Arial" panose="020B0604020202020204" pitchFamily="34" charset="0"/>
              <a:buChar char="‒"/>
              <a:defRPr sz="3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B539E6-7EAC-4AFF-B6E3-980861F2C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2023 DOLBY |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776C9A-F1EA-43AD-8B7A-F14329389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6EB63-47CB-42A9-BE06-570AF14B67E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286D8213-D72C-47AC-B221-FB80B73CC0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66800" y="1"/>
            <a:ext cx="2971800" cy="533400"/>
          </a:xfrm>
        </p:spPr>
        <p:txBody>
          <a:bodyPr anchor="b"/>
          <a:lstStyle>
            <a:lvl1pPr>
              <a:defRPr sz="1000" cap="all" spc="140" baseline="0">
                <a:latin typeface="+mj-lt"/>
              </a:defRPr>
            </a:lvl1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00E8F5B9-3051-4F9B-AFAD-DDF9806811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62700" y="6326533"/>
            <a:ext cx="1790700" cy="531467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sz="800" cap="all" spc="140" baseline="0">
                <a:solidFill>
                  <a:schemeClr val="tx1"/>
                </a:solidFill>
              </a:defRPr>
            </a:lvl1pPr>
          </a:lstStyle>
          <a:p>
            <a:fld id="{4B4E05CA-A9F5-4F41-93D6-C8C032C517CC}" type="datetime1">
              <a:rPr lang="en-US" smtClean="0"/>
              <a:t>3/21/2025</a:t>
            </a:fld>
            <a:endParaRPr lang="en-US"/>
          </a:p>
        </p:txBody>
      </p:sp>
      <p:sp>
        <p:nvSpPr>
          <p:cNvPr id="12" name="Quote_mark">
            <a:extLst>
              <a:ext uri="{FF2B5EF4-FFF2-40B4-BE49-F238E27FC236}">
                <a16:creationId xmlns:a16="http://schemas.microsoft.com/office/drawing/2014/main" id="{49C3B8AC-4356-41AD-97CB-DFAF319835EF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1144042" y="1691751"/>
            <a:ext cx="765991" cy="594360"/>
          </a:xfrm>
          <a:custGeom>
            <a:avLst/>
            <a:gdLst>
              <a:gd name="T0" fmla="*/ 971 w 1053"/>
              <a:gd name="T1" fmla="*/ 3 h 799"/>
              <a:gd name="T2" fmla="*/ 1017 w 1053"/>
              <a:gd name="T3" fmla="*/ 32 h 799"/>
              <a:gd name="T4" fmla="*/ 1046 w 1053"/>
              <a:gd name="T5" fmla="*/ 91 h 799"/>
              <a:gd name="T6" fmla="*/ 1041 w 1053"/>
              <a:gd name="T7" fmla="*/ 108 h 799"/>
              <a:gd name="T8" fmla="*/ 869 w 1053"/>
              <a:gd name="T9" fmla="*/ 242 h 799"/>
              <a:gd name="T10" fmla="*/ 831 w 1053"/>
              <a:gd name="T11" fmla="*/ 355 h 799"/>
              <a:gd name="T12" fmla="*/ 846 w 1053"/>
              <a:gd name="T13" fmla="*/ 411 h 799"/>
              <a:gd name="T14" fmla="*/ 943 w 1053"/>
              <a:gd name="T15" fmla="*/ 475 h 799"/>
              <a:gd name="T16" fmla="*/ 1053 w 1053"/>
              <a:gd name="T17" fmla="*/ 630 h 799"/>
              <a:gd name="T18" fmla="*/ 997 w 1053"/>
              <a:gd name="T19" fmla="*/ 747 h 799"/>
              <a:gd name="T20" fmla="*/ 861 w 1053"/>
              <a:gd name="T21" fmla="*/ 799 h 799"/>
              <a:gd name="T22" fmla="*/ 682 w 1053"/>
              <a:gd name="T23" fmla="*/ 711 h 799"/>
              <a:gd name="T24" fmla="*/ 601 w 1053"/>
              <a:gd name="T25" fmla="*/ 492 h 799"/>
              <a:gd name="T26" fmla="*/ 647 w 1053"/>
              <a:gd name="T27" fmla="*/ 283 h 799"/>
              <a:gd name="T28" fmla="*/ 781 w 1053"/>
              <a:gd name="T29" fmla="*/ 110 h 799"/>
              <a:gd name="T30" fmla="*/ 971 w 1053"/>
              <a:gd name="T31" fmla="*/ 3 h 799"/>
              <a:gd name="T32" fmla="*/ 384 w 1053"/>
              <a:gd name="T33" fmla="*/ 0 h 799"/>
              <a:gd name="T34" fmla="*/ 408 w 1053"/>
              <a:gd name="T35" fmla="*/ 20 h 799"/>
              <a:gd name="T36" fmla="*/ 435 w 1053"/>
              <a:gd name="T37" fmla="*/ 92 h 799"/>
              <a:gd name="T38" fmla="*/ 433 w 1053"/>
              <a:gd name="T39" fmla="*/ 102 h 799"/>
              <a:gd name="T40" fmla="*/ 376 w 1053"/>
              <a:gd name="T41" fmla="*/ 140 h 799"/>
              <a:gd name="T42" fmla="*/ 269 w 1053"/>
              <a:gd name="T43" fmla="*/ 232 h 799"/>
              <a:gd name="T44" fmla="*/ 227 w 1053"/>
              <a:gd name="T45" fmla="*/ 343 h 799"/>
              <a:gd name="T46" fmla="*/ 324 w 1053"/>
              <a:gd name="T47" fmla="*/ 463 h 799"/>
              <a:gd name="T48" fmla="*/ 414 w 1053"/>
              <a:gd name="T49" fmla="*/ 522 h 799"/>
              <a:gd name="T50" fmla="*/ 450 w 1053"/>
              <a:gd name="T51" fmla="*/ 617 h 799"/>
              <a:gd name="T52" fmla="*/ 396 w 1053"/>
              <a:gd name="T53" fmla="*/ 743 h 799"/>
              <a:gd name="T54" fmla="*/ 267 w 1053"/>
              <a:gd name="T55" fmla="*/ 797 h 799"/>
              <a:gd name="T56" fmla="*/ 82 w 1053"/>
              <a:gd name="T57" fmla="*/ 705 h 799"/>
              <a:gd name="T58" fmla="*/ 0 w 1053"/>
              <a:gd name="T59" fmla="*/ 472 h 799"/>
              <a:gd name="T60" fmla="*/ 117 w 1053"/>
              <a:gd name="T61" fmla="*/ 160 h 799"/>
              <a:gd name="T62" fmla="*/ 384 w 1053"/>
              <a:gd name="T63" fmla="*/ 0 h 7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053" h="799">
                <a:moveTo>
                  <a:pt x="971" y="3"/>
                </a:moveTo>
                <a:cubicBezTo>
                  <a:pt x="988" y="5"/>
                  <a:pt x="1003" y="15"/>
                  <a:pt x="1017" y="32"/>
                </a:cubicBezTo>
                <a:cubicBezTo>
                  <a:pt x="1036" y="56"/>
                  <a:pt x="1046" y="75"/>
                  <a:pt x="1046" y="91"/>
                </a:cubicBezTo>
                <a:lnTo>
                  <a:pt x="1041" y="108"/>
                </a:lnTo>
                <a:cubicBezTo>
                  <a:pt x="952" y="163"/>
                  <a:pt x="895" y="208"/>
                  <a:pt x="869" y="242"/>
                </a:cubicBezTo>
                <a:cubicBezTo>
                  <a:pt x="844" y="276"/>
                  <a:pt x="831" y="314"/>
                  <a:pt x="831" y="355"/>
                </a:cubicBezTo>
                <a:cubicBezTo>
                  <a:pt x="831" y="380"/>
                  <a:pt x="836" y="399"/>
                  <a:pt x="846" y="411"/>
                </a:cubicBezTo>
                <a:cubicBezTo>
                  <a:pt x="860" y="428"/>
                  <a:pt x="892" y="450"/>
                  <a:pt x="943" y="475"/>
                </a:cubicBezTo>
                <a:cubicBezTo>
                  <a:pt x="1016" y="513"/>
                  <a:pt x="1053" y="565"/>
                  <a:pt x="1053" y="630"/>
                </a:cubicBezTo>
                <a:cubicBezTo>
                  <a:pt x="1053" y="673"/>
                  <a:pt x="1034" y="712"/>
                  <a:pt x="997" y="747"/>
                </a:cubicBezTo>
                <a:cubicBezTo>
                  <a:pt x="960" y="782"/>
                  <a:pt x="914" y="799"/>
                  <a:pt x="861" y="799"/>
                </a:cubicBezTo>
                <a:cubicBezTo>
                  <a:pt x="795" y="799"/>
                  <a:pt x="735" y="770"/>
                  <a:pt x="682" y="711"/>
                </a:cubicBezTo>
                <a:cubicBezTo>
                  <a:pt x="628" y="652"/>
                  <a:pt x="601" y="579"/>
                  <a:pt x="601" y="492"/>
                </a:cubicBezTo>
                <a:cubicBezTo>
                  <a:pt x="601" y="421"/>
                  <a:pt x="617" y="352"/>
                  <a:pt x="647" y="283"/>
                </a:cubicBezTo>
                <a:cubicBezTo>
                  <a:pt x="678" y="215"/>
                  <a:pt x="723" y="157"/>
                  <a:pt x="781" y="110"/>
                </a:cubicBezTo>
                <a:cubicBezTo>
                  <a:pt x="840" y="62"/>
                  <a:pt x="903" y="27"/>
                  <a:pt x="971" y="3"/>
                </a:cubicBezTo>
                <a:moveTo>
                  <a:pt x="384" y="0"/>
                </a:moveTo>
                <a:cubicBezTo>
                  <a:pt x="394" y="4"/>
                  <a:pt x="402" y="10"/>
                  <a:pt x="408" y="20"/>
                </a:cubicBezTo>
                <a:cubicBezTo>
                  <a:pt x="426" y="52"/>
                  <a:pt x="435" y="76"/>
                  <a:pt x="435" y="92"/>
                </a:cubicBezTo>
                <a:lnTo>
                  <a:pt x="433" y="102"/>
                </a:lnTo>
                <a:cubicBezTo>
                  <a:pt x="425" y="108"/>
                  <a:pt x="406" y="120"/>
                  <a:pt x="376" y="140"/>
                </a:cubicBezTo>
                <a:cubicBezTo>
                  <a:pt x="324" y="173"/>
                  <a:pt x="289" y="204"/>
                  <a:pt x="269" y="232"/>
                </a:cubicBezTo>
                <a:cubicBezTo>
                  <a:pt x="241" y="270"/>
                  <a:pt x="227" y="307"/>
                  <a:pt x="227" y="343"/>
                </a:cubicBezTo>
                <a:cubicBezTo>
                  <a:pt x="227" y="395"/>
                  <a:pt x="259" y="435"/>
                  <a:pt x="324" y="463"/>
                </a:cubicBezTo>
                <a:cubicBezTo>
                  <a:pt x="367" y="482"/>
                  <a:pt x="397" y="502"/>
                  <a:pt x="414" y="522"/>
                </a:cubicBezTo>
                <a:cubicBezTo>
                  <a:pt x="438" y="551"/>
                  <a:pt x="450" y="582"/>
                  <a:pt x="450" y="617"/>
                </a:cubicBezTo>
                <a:cubicBezTo>
                  <a:pt x="450" y="665"/>
                  <a:pt x="432" y="707"/>
                  <a:pt x="396" y="743"/>
                </a:cubicBezTo>
                <a:cubicBezTo>
                  <a:pt x="359" y="779"/>
                  <a:pt x="316" y="797"/>
                  <a:pt x="267" y="797"/>
                </a:cubicBezTo>
                <a:cubicBezTo>
                  <a:pt x="199" y="797"/>
                  <a:pt x="137" y="766"/>
                  <a:pt x="82" y="705"/>
                </a:cubicBezTo>
                <a:cubicBezTo>
                  <a:pt x="27" y="644"/>
                  <a:pt x="0" y="566"/>
                  <a:pt x="0" y="472"/>
                </a:cubicBezTo>
                <a:cubicBezTo>
                  <a:pt x="0" y="356"/>
                  <a:pt x="39" y="252"/>
                  <a:pt x="117" y="160"/>
                </a:cubicBezTo>
                <a:cubicBezTo>
                  <a:pt x="194" y="68"/>
                  <a:pt x="284" y="15"/>
                  <a:pt x="384" y="0"/>
                </a:cubicBezTo>
              </a:path>
            </a:pathLst>
          </a:custGeom>
          <a:solidFill>
            <a:srgbClr val="D0CECE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99846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B539E6-7EAC-4AFF-B6E3-980861F2C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2023 DOLBY |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776C9A-F1EA-43AD-8B7A-F14329389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6EB63-47CB-42A9-BE06-570AF14B67E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286D8213-D72C-47AC-B221-FB80B73CC0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66800" y="1"/>
            <a:ext cx="2971800" cy="533400"/>
          </a:xfrm>
        </p:spPr>
        <p:txBody>
          <a:bodyPr anchor="b"/>
          <a:lstStyle>
            <a:lvl1pPr>
              <a:defRPr sz="1000" cap="all" spc="140" baseline="0">
                <a:latin typeface="+mj-lt"/>
              </a:defRPr>
            </a:lvl1pPr>
          </a:lstStyle>
          <a:p>
            <a:pPr lvl="0"/>
            <a:r>
              <a:rPr lang="en-US" dirty="0"/>
              <a:t>Click to edit section 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9864F4-D786-4E75-AF80-DFA95034DB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6800" y="1066800"/>
            <a:ext cx="10058400" cy="5259733"/>
          </a:xfrm>
          <a:prstGeom prst="rect">
            <a:avLst/>
          </a:prstGeom>
        </p:spPr>
      </p:pic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9E5B9DE5-2ECA-4BB8-B810-75DB47F8D2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62700" y="6326533"/>
            <a:ext cx="1790700" cy="531467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sz="800" cap="all" spc="140" baseline="0">
                <a:solidFill>
                  <a:schemeClr val="tx1"/>
                </a:solidFill>
              </a:defRPr>
            </a:lvl1pPr>
          </a:lstStyle>
          <a:p>
            <a:fld id="{096033B7-ADD6-4765-ABC6-E2F9419894B2}" type="datetime1">
              <a:rPr lang="en-US" smtClean="0"/>
              <a:t>3/21/2025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06539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A41BA8-3661-4B02-8310-691874E12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2023 DOLBY |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2E9A43-B389-47B0-A3B4-CD23EAD0E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6EB63-47CB-42A9-BE06-570AF14B67E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4C4798FA-6F1F-44BE-97EB-6F2592E6FF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66800" y="1"/>
            <a:ext cx="2971800" cy="533400"/>
          </a:xfrm>
        </p:spPr>
        <p:txBody>
          <a:bodyPr anchor="b"/>
          <a:lstStyle>
            <a:lvl1pPr>
              <a:defRPr sz="1000" cap="all" spc="140" baseline="0">
                <a:latin typeface="+mj-lt"/>
              </a:defRPr>
            </a:lvl1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666A029-C40E-4A3E-9219-8BA4A348A9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62700" y="6326533"/>
            <a:ext cx="1790700" cy="531467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sz="800" cap="all" spc="140" baseline="0">
                <a:solidFill>
                  <a:schemeClr val="tx1"/>
                </a:solidFill>
              </a:defRPr>
            </a:lvl1pPr>
          </a:lstStyle>
          <a:p>
            <a:fld id="{89BE688C-6AD5-4ECD-8BD4-C8568193FD23}" type="datetime1">
              <a:rPr lang="en-US" smtClean="0"/>
              <a:t>3/21/2025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64830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A41BA8-3661-4B02-8310-691874E12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2023 DOLBY |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2E9A43-B389-47B0-A3B4-CD23EAD0E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D6EB63-47CB-42A9-BE06-570AF14B67E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D36E68E-AC1D-4F89-9306-6EB8E7BFE7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6801" y="3436621"/>
            <a:ext cx="10058399" cy="2354579"/>
          </a:xfrm>
        </p:spPr>
        <p:txBody>
          <a:bodyPr/>
          <a:lstStyle>
            <a:lvl1pPr algn="l">
              <a:lnSpc>
                <a:spcPct val="100000"/>
              </a:lnSpc>
              <a:spcAft>
                <a:spcPts val="3600"/>
              </a:spcAft>
              <a:defRPr lang="en-US" sz="1800" kern="1200" cap="all" baseline="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763" indent="0" algn="l">
              <a:lnSpc>
                <a:spcPct val="100000"/>
              </a:lnSpc>
              <a:spcAft>
                <a:spcPts val="1200"/>
              </a:spcAft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39725" indent="-339725" algn="l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CB83DA1-A739-422F-AAD0-BF3217920415}"/>
              </a:ext>
            </a:extLst>
          </p:cNvPr>
          <p:cNvCxnSpPr/>
          <p:nvPr userDrawn="1"/>
        </p:nvCxnSpPr>
        <p:spPr>
          <a:xfrm>
            <a:off x="1070325" y="3257866"/>
            <a:ext cx="13716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3B77C2A2-9F74-46D6-AD96-AE98953C3C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62700" y="6326533"/>
            <a:ext cx="1790700" cy="531467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sz="800" cap="all" spc="140" baseline="0">
                <a:solidFill>
                  <a:schemeClr val="bg1"/>
                </a:solidFill>
              </a:defRPr>
            </a:lvl1pPr>
          </a:lstStyle>
          <a:p>
            <a:fld id="{C8688DC6-2CDC-4CC1-BC82-ABDDF2C46B30}" type="datetime1">
              <a:rPr lang="en-US" smtClean="0"/>
              <a:t>3/21/2025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38865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 Log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4FDDC02-CA01-49A4-B7E5-A131173150E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343" y="2915029"/>
            <a:ext cx="4059936" cy="1027942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A41BA8-3661-4B02-8310-691874E12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2023 DOLBY |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2E9A43-B389-47B0-A3B4-CD23EAD0E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D6EB63-47CB-42A9-BE06-570AF14B67E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2C1C8840-818C-45C9-B71A-1797AC7A6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62700" y="6326533"/>
            <a:ext cx="1790700" cy="531467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sz="800" cap="all" spc="140" baseline="0">
                <a:solidFill>
                  <a:schemeClr val="bg1"/>
                </a:solidFill>
              </a:defRPr>
            </a:lvl1pPr>
          </a:lstStyle>
          <a:p>
            <a:fld id="{D9C523B0-19E4-4577-B6B8-060B03BA3745}" type="datetime1">
              <a:rPr lang="en-US" smtClean="0"/>
              <a:t>3/21/2025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33621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7F374-39B0-40B9-A198-3B4B07F45F76}" type="datetime1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E4BA-6BAB-48D1-9DF9-DDE495E380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930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AF8ADC-9397-4BA0-BD48-C4E86FA90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066800"/>
            <a:ext cx="7086600" cy="6096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0A50D3-92EF-4E5F-B99C-D3FAA4256E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0" y="2133600"/>
            <a:ext cx="10058400" cy="365760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A89A6-1232-4E3B-8AAC-34FDBCEBD1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62700" y="6326533"/>
            <a:ext cx="1790700" cy="531467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sz="800" cap="all" spc="14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C6FA5886-13F6-44BE-AEDC-138D42509071}" type="datetime1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ADF8B-CA2D-4453-BF4B-82398D1D86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326533"/>
            <a:ext cx="2971800" cy="531467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en-US" sz="800" b="0" i="0" kern="1200" cap="all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© 2023 DOLBY |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C0A3A-9F89-4764-BD56-F9A3364217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92819" y="6326533"/>
            <a:ext cx="533400" cy="531467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r">
              <a:defRPr sz="800" b="1">
                <a:solidFill>
                  <a:schemeClr val="tx1"/>
                </a:solidFill>
                <a:latin typeface="+mn-lt"/>
              </a:defRPr>
            </a:lvl1pPr>
          </a:lstStyle>
          <a:p>
            <a:fld id="{CED6EB63-47CB-42A9-BE06-570AF14B67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184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92" r:id="rId2"/>
    <p:sldLayoutId id="2147483693" r:id="rId3"/>
    <p:sldLayoutId id="2147483695" r:id="rId4"/>
    <p:sldLayoutId id="2147483651" r:id="rId5"/>
    <p:sldLayoutId id="2147483675" r:id="rId6"/>
    <p:sldLayoutId id="2147483664" r:id="rId7"/>
    <p:sldLayoutId id="2147483662" r:id="rId8"/>
    <p:sldLayoutId id="2147483663" r:id="rId9"/>
    <p:sldLayoutId id="2147483696" r:id="rId10"/>
    <p:sldLayoutId id="2147483659" r:id="rId11"/>
    <p:sldLayoutId id="2147483650" r:id="rId12"/>
    <p:sldLayoutId id="2147483697" r:id="rId13"/>
    <p:sldLayoutId id="2147483656" r:id="rId14"/>
    <p:sldLayoutId id="2147483657" r:id="rId15"/>
    <p:sldLayoutId id="2147483658" r:id="rId16"/>
    <p:sldLayoutId id="2147483654" r:id="rId17"/>
    <p:sldLayoutId id="2147483668" r:id="rId18"/>
    <p:sldLayoutId id="2147483680" r:id="rId19"/>
    <p:sldLayoutId id="2147483669" r:id="rId20"/>
    <p:sldLayoutId id="2147483679" r:id="rId21"/>
    <p:sldLayoutId id="2147483688" r:id="rId22"/>
    <p:sldLayoutId id="2147483670" r:id="rId23"/>
    <p:sldLayoutId id="2147483671" r:id="rId24"/>
    <p:sldLayoutId id="2147483678" r:id="rId25"/>
    <p:sldLayoutId id="2147483690" r:id="rId26"/>
    <p:sldLayoutId id="2147483691" r:id="rId27"/>
    <p:sldLayoutId id="2147483673" r:id="rId28"/>
    <p:sldLayoutId id="2147483681" r:id="rId29"/>
    <p:sldLayoutId id="2147483682" r:id="rId30"/>
    <p:sldLayoutId id="2147483683" r:id="rId31"/>
    <p:sldLayoutId id="2147483687" r:id="rId32"/>
    <p:sldLayoutId id="2147483685" r:id="rId33"/>
    <p:sldLayoutId id="2147483686" r:id="rId34"/>
    <p:sldLayoutId id="2147483689" r:id="rId35"/>
    <p:sldLayoutId id="2147483674" r:id="rId36"/>
    <p:sldLayoutId id="2147483676" r:id="rId37"/>
    <p:sldLayoutId id="2147483699" r:id="rId38"/>
    <p:sldLayoutId id="2147483701" r:id="rId39"/>
    <p:sldLayoutId id="2147483700" r:id="rId40"/>
    <p:sldLayoutId id="2147483703" r:id="rId41"/>
    <p:sldLayoutId id="2147483672" r:id="rId42"/>
    <p:sldLayoutId id="2147483667" r:id="rId43"/>
    <p:sldLayoutId id="2147483660" r:id="rId44"/>
    <p:sldLayoutId id="2147483661" r:id="rId45"/>
    <p:sldLayoutId id="2147483698" r:id="rId46"/>
    <p:sldLayoutId id="2147483684" r:id="rId47"/>
    <p:sldLayoutId id="2147483677" r:id="rId48"/>
    <p:sldLayoutId id="2147483655" r:id="rId49"/>
    <p:sldLayoutId id="2147483666" r:id="rId50"/>
    <p:sldLayoutId id="2147483665" r:id="rId51"/>
    <p:sldLayoutId id="2147483704" r:id="rId5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0"/>
        </a:spcBef>
        <a:spcAft>
          <a:spcPts val="4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233363" indent="-228600" algn="l" defTabSz="914400" rtl="0" eaLnBrk="1" latinLnBrk="0" hangingPunct="1">
        <a:lnSpc>
          <a:spcPct val="150000"/>
        </a:lnSpc>
        <a:spcBef>
          <a:spcPts val="0"/>
        </a:spcBef>
        <a:spcAft>
          <a:spcPts val="4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3088" indent="-231775" algn="l" defTabSz="914400" rtl="0" eaLnBrk="1" latinLnBrk="0" hangingPunct="1">
        <a:lnSpc>
          <a:spcPct val="150000"/>
        </a:lnSpc>
        <a:spcBef>
          <a:spcPts val="0"/>
        </a:spcBef>
        <a:spcAft>
          <a:spcPts val="400"/>
        </a:spcAft>
        <a:buFont typeface="Arial" panose="020B0604020202020204" pitchFamily="34" charset="0"/>
        <a:buChar char="‒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sz="4800" b="1" kern="1200">
          <a:solidFill>
            <a:schemeClr val="accent4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20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0" algn="l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0" algn="l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0" algn="l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0" algn="l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0" algn="l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algn="l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0" algn="l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672" userDrawn="1">
          <p15:clr>
            <a:srgbClr val="F26B43"/>
          </p15:clr>
        </p15:guide>
        <p15:guide id="4" orient="horz" pos="672" userDrawn="1">
          <p15:clr>
            <a:srgbClr val="F26B43"/>
          </p15:clr>
        </p15:guide>
        <p15:guide id="5" orient="horz" pos="3648" userDrawn="1">
          <p15:clr>
            <a:srgbClr val="F26B43"/>
          </p15:clr>
        </p15:guide>
        <p15:guide id="6" pos="7008" userDrawn="1">
          <p15:clr>
            <a:srgbClr val="F26B43"/>
          </p15:clr>
        </p15:guide>
        <p15:guide id="7" pos="3672" userDrawn="1">
          <p15:clr>
            <a:srgbClr val="FBAE40"/>
          </p15:clr>
        </p15:guide>
        <p15:guide id="8" pos="4008" userDrawn="1">
          <p15:clr>
            <a:srgbClr val="FBAE40"/>
          </p15:clr>
        </p15:guide>
        <p15:guide id="9" pos="5136" userDrawn="1">
          <p15:clr>
            <a:srgbClr val="FBAE40"/>
          </p15:clr>
        </p15:guide>
        <p15:guide id="10" pos="408" userDrawn="1">
          <p15:clr>
            <a:srgbClr val="FBAE40"/>
          </p15:clr>
        </p15:guide>
        <p15:guide id="11" pos="2904" userDrawn="1">
          <p15:clr>
            <a:srgbClr val="FBAE40"/>
          </p15:clr>
        </p15:guide>
        <p15:guide id="12" pos="4776" userDrawn="1">
          <p15:clr>
            <a:srgbClr val="FBAE40"/>
          </p15:clr>
        </p15:guide>
        <p15:guide id="13" orient="horz" pos="1056" userDrawn="1">
          <p15:clr>
            <a:srgbClr val="FBAE40"/>
          </p15:clr>
        </p15:guide>
        <p15:guide id="14" orient="horz" pos="1392" userDrawn="1">
          <p15:clr>
            <a:srgbClr val="FBAE40"/>
          </p15:clr>
        </p15:guide>
        <p15:guide id="15" pos="7680" userDrawn="1">
          <p15:clr>
            <a:srgbClr val="FBAE40"/>
          </p15:clr>
        </p15:guide>
        <p15:guide id="16" userDrawn="1">
          <p15:clr>
            <a:srgbClr val="FBAE40"/>
          </p15:clr>
        </p15:guide>
        <p15:guide id="17" orient="horz" userDrawn="1">
          <p15:clr>
            <a:srgbClr val="FBAE40"/>
          </p15:clr>
        </p15:guide>
        <p15:guide id="18" orient="horz" pos="4320" userDrawn="1">
          <p15:clr>
            <a:srgbClr val="FBAE40"/>
          </p15:clr>
        </p15:guide>
        <p15:guide id="19" orient="horz" pos="1344" userDrawn="1">
          <p15:clr>
            <a:srgbClr val="FBAE40"/>
          </p15:clr>
        </p15:guide>
        <p15:guide id="20" orient="horz" pos="3984" userDrawn="1">
          <p15:clr>
            <a:srgbClr val="FBAE40"/>
          </p15:clr>
        </p15:guide>
        <p15:guide id="21" orient="horz" pos="336" userDrawn="1">
          <p15:clr>
            <a:srgbClr val="FBAE4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2.xml"/><Relationship Id="rId6" Type="http://schemas.openxmlformats.org/officeDocument/2006/relationships/image" Target="../media/image14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9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9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2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2.xml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2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2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2.xml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4551A-7381-304E-A698-4755B9150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0123" y="2207101"/>
            <a:ext cx="10125075" cy="1956117"/>
          </a:xfrm>
        </p:spPr>
        <p:txBody>
          <a:bodyPr/>
          <a:lstStyle/>
          <a:p>
            <a:r>
              <a:rPr lang="en-AU" sz="4000" dirty="0"/>
              <a:t>Short-time quantum Fourier transform processing</a:t>
            </a:r>
            <a:br>
              <a:rPr lang="en-US" sz="4000" dirty="0"/>
            </a:br>
            <a:br>
              <a:rPr lang="en-US" sz="4000" dirty="0"/>
            </a:br>
            <a:r>
              <a:rPr lang="en-US" sz="2800" i="1" dirty="0"/>
              <a:t>ICASSP 2025 (Hyderabad, India)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4F4651-DF40-FD4E-97F6-5128ABB1AA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0123" y="5066449"/>
            <a:ext cx="10058400" cy="1260084"/>
          </a:xfrm>
        </p:spPr>
        <p:txBody>
          <a:bodyPr/>
          <a:lstStyle/>
          <a:p>
            <a:r>
              <a:rPr lang="en-US" dirty="0">
                <a:latin typeface="+mj-lt"/>
              </a:rPr>
              <a:t>Presenter                       : SREERAJ RAJINDRAN Nair (</a:t>
            </a:r>
            <a:r>
              <a:rPr lang="en-US" dirty="0" err="1">
                <a:latin typeface="+mj-lt"/>
              </a:rPr>
              <a:t>uts</a:t>
            </a:r>
            <a:r>
              <a:rPr lang="en-US" dirty="0">
                <a:latin typeface="+mj-lt"/>
              </a:rPr>
              <a:t>, Dolby Intern)</a:t>
            </a:r>
          </a:p>
          <a:p>
            <a:r>
              <a:rPr lang="en-US" dirty="0">
                <a:latin typeface="+mj-lt"/>
              </a:rPr>
              <a:t>Co-authors                   : </a:t>
            </a:r>
            <a:r>
              <a:rPr lang="en-US" dirty="0" err="1">
                <a:latin typeface="+mj-lt"/>
              </a:rPr>
              <a:t>BENjamin</a:t>
            </a:r>
            <a:r>
              <a:rPr lang="en-US" dirty="0">
                <a:latin typeface="+mj-lt"/>
              </a:rPr>
              <a:t> SOUTHWELL (Dolby), CHRISTOPHER FERRIE (UTS)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3847FE-6A26-B647-A5AC-374EA553D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6EB63-47CB-42A9-BE06-570AF14B67EA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AFA36D-498F-9C63-BD14-31250F844EDF}"/>
              </a:ext>
            </a:extLst>
          </p:cNvPr>
          <p:cNvSpPr txBox="1"/>
          <p:nvPr/>
        </p:nvSpPr>
        <p:spPr>
          <a:xfrm>
            <a:off x="1130060" y="405441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1200" dirty="0" err="1"/>
          </a:p>
        </p:txBody>
      </p:sp>
      <p:pic>
        <p:nvPicPr>
          <p:cNvPr id="7" name="Picture 6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C519D897-E825-C939-A052-C3B00C70C7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2376" y="409609"/>
            <a:ext cx="1256147" cy="576214"/>
          </a:xfrm>
          <a:prstGeom prst="rect">
            <a:avLst/>
          </a:prstGeom>
        </p:spPr>
      </p:pic>
      <p:pic>
        <p:nvPicPr>
          <p:cNvPr id="10" name="Picture 9" descr="A colorful bird with a blue and red text&#10;&#10;AI-generated content may be incorrect.">
            <a:extLst>
              <a:ext uri="{FF2B5EF4-FFF2-40B4-BE49-F238E27FC236}">
                <a16:creationId xmlns:a16="http://schemas.microsoft.com/office/drawing/2014/main" id="{964D4B82-1EBD-E62F-0F5F-43EC05859B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28" r="17885"/>
          <a:stretch/>
        </p:blipFill>
        <p:spPr>
          <a:xfrm>
            <a:off x="8552872" y="2778365"/>
            <a:ext cx="2161309" cy="165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191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766"/>
    </mc:Choice>
    <mc:Fallback xmlns="">
      <p:transition spd="slow" advTm="2676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F50E9-6F72-C40C-FCC1-061D7B0BA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692" y="866954"/>
            <a:ext cx="10344615" cy="5459579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u="sng" dirty="0">
                <a:latin typeface="+mj-lt"/>
              </a:rPr>
              <a:t>Proposal:</a:t>
            </a:r>
            <a:r>
              <a:rPr lang="en-US" dirty="0">
                <a:latin typeface="+mj-lt"/>
              </a:rPr>
              <a:t> To employ Quantum windowing in conjunction with quantum adapted version of classical signal reconstruction algorithm and demonstrate quantum speedup/advantage (if any). Benchmark traditional windowing functions in QWFT.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u="sng" dirty="0">
                <a:latin typeface="+mj-lt"/>
              </a:rPr>
              <a:t>Motivation:</a:t>
            </a:r>
            <a:r>
              <a:rPr lang="en-US" dirty="0">
                <a:latin typeface="+mj-lt"/>
              </a:rPr>
              <a:t> Successful use of Quantum algorithms for signal processing will require this reconstruction algorithm. Rolling codec in conjunction with Quantum algorithms will need this as a subroutine.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u="sng" dirty="0">
                <a:latin typeface="+mj-lt"/>
              </a:rPr>
              <a:t>Novelty:</a:t>
            </a:r>
            <a:r>
              <a:rPr lang="en-US" dirty="0">
                <a:latin typeface="+mj-lt"/>
              </a:rPr>
              <a:t> Quantum windowing is a relatively less developed aspect of Quantum signal processing. It is crucial to bridge this gap in research. Reconstruction  has never been attempted with QWFT.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3C7D24-FADB-6870-B53F-8CDD660E5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6EB63-47CB-42A9-BE06-570AF14B67EA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6A9A1E8-36F7-3F31-A71E-F7572F67FC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Project summary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9A2912B1-82A6-3DD9-A283-720E508F2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66800" y="6326533"/>
            <a:ext cx="2971800" cy="531467"/>
          </a:xfrm>
        </p:spPr>
        <p:txBody>
          <a:bodyPr/>
          <a:lstStyle/>
          <a:p>
            <a:r>
              <a:rPr lang="en-US" dirty="0"/>
              <a:t>© 2025 DOLBY | UTS |  ICASSP</a:t>
            </a:r>
          </a:p>
        </p:txBody>
      </p:sp>
    </p:spTree>
    <p:extLst>
      <p:ext uri="{BB962C8B-B14F-4D97-AF65-F5344CB8AC3E}">
        <p14:creationId xmlns:p14="http://schemas.microsoft.com/office/powerpoint/2010/main" val="3350961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911"/>
    </mc:Choice>
    <mc:Fallback xmlns="">
      <p:transition spd="slow" advTm="6491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ight Arrow 17"/>
          <p:cNvSpPr/>
          <p:nvPr/>
        </p:nvSpPr>
        <p:spPr>
          <a:xfrm>
            <a:off x="5416427" y="3558316"/>
            <a:ext cx="649289" cy="330391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</a:endParaRPr>
          </a:p>
        </p:txBody>
      </p:sp>
      <p:pic>
        <p:nvPicPr>
          <p:cNvPr id="3" name="Picture 2" descr="A diagram of a sound wave&#10;&#10;Description automatically generated">
            <a:extLst>
              <a:ext uri="{FF2B5EF4-FFF2-40B4-BE49-F238E27FC236}">
                <a16:creationId xmlns:a16="http://schemas.microsoft.com/office/drawing/2014/main" id="{0C877634-26BE-6EED-19BB-0501DB406A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128" y="1498908"/>
            <a:ext cx="4986068" cy="4821822"/>
          </a:xfrm>
          <a:prstGeom prst="rect">
            <a:avLst/>
          </a:prstGeom>
        </p:spPr>
      </p:pic>
      <p:pic>
        <p:nvPicPr>
          <p:cNvPr id="7" name="Picture 6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E90DB3D4-A5E3-FA2F-1E4B-77C515FDC56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27"/>
          <a:stretch/>
        </p:blipFill>
        <p:spPr>
          <a:xfrm>
            <a:off x="6349436" y="1403078"/>
            <a:ext cx="5559145" cy="49176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7DBBF5F-9C8E-D8B7-3A6E-E1BDAF428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6745" y="1194108"/>
            <a:ext cx="906833" cy="609600"/>
          </a:xfrm>
        </p:spPr>
        <p:txBody>
          <a:bodyPr/>
          <a:lstStyle/>
          <a:p>
            <a:r>
              <a:rPr lang="en-US" sz="2400" dirty="0"/>
              <a:t>STFT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DD2B3A2-A642-7F5A-F64D-671EF3359557}"/>
              </a:ext>
            </a:extLst>
          </p:cNvPr>
          <p:cNvSpPr txBox="1">
            <a:spLocks/>
          </p:cNvSpPr>
          <p:nvPr/>
        </p:nvSpPr>
        <p:spPr>
          <a:xfrm>
            <a:off x="7412813" y="1098278"/>
            <a:ext cx="3574210" cy="6096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Reconstruction algorithm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DB490A3-5F07-D172-8232-B4C7E3101D16}"/>
              </a:ext>
            </a:extLst>
          </p:cNvPr>
          <p:cNvSpPr txBox="1">
            <a:spLocks/>
          </p:cNvSpPr>
          <p:nvPr/>
        </p:nvSpPr>
        <p:spPr>
          <a:xfrm>
            <a:off x="0" y="336278"/>
            <a:ext cx="12192000" cy="6096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OBJECTIVE: Adapt Classical Reconstruction framework to Quantum domain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4F637D51-D313-9684-0D56-2BC5F62B1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66800" y="6326533"/>
            <a:ext cx="2971800" cy="531467"/>
          </a:xfrm>
        </p:spPr>
        <p:txBody>
          <a:bodyPr/>
          <a:lstStyle/>
          <a:p>
            <a:r>
              <a:rPr lang="en-US" dirty="0"/>
              <a:t>© 2025 DOLBY | UTS |  ICASSP</a:t>
            </a:r>
          </a:p>
        </p:txBody>
      </p:sp>
    </p:spTree>
    <p:extLst>
      <p:ext uri="{BB962C8B-B14F-4D97-AF65-F5344CB8AC3E}">
        <p14:creationId xmlns:p14="http://schemas.microsoft.com/office/powerpoint/2010/main" val="815806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613"/>
    </mc:Choice>
    <mc:Fallback xmlns="">
      <p:transition spd="slow" advTm="2661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17916" y="457200"/>
            <a:ext cx="3578704" cy="336830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38656" y="457200"/>
            <a:ext cx="3938257" cy="336830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</a:endParaRPr>
          </a:p>
        </p:txBody>
      </p:sp>
      <p:pic>
        <p:nvPicPr>
          <p:cNvPr id="2054" name="Picture 6" descr="G:\ru\d5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5585" y="1644130"/>
            <a:ext cx="1748389" cy="1316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ight Arrow 17"/>
          <p:cNvSpPr/>
          <p:nvPr/>
        </p:nvSpPr>
        <p:spPr>
          <a:xfrm>
            <a:off x="4384927" y="1972052"/>
            <a:ext cx="785002" cy="330391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</a:endParaRPr>
          </a:p>
        </p:txBody>
      </p:sp>
      <p:sp>
        <p:nvSpPr>
          <p:cNvPr id="19" name="Right Arrow 18"/>
          <p:cNvSpPr/>
          <p:nvPr/>
        </p:nvSpPr>
        <p:spPr>
          <a:xfrm>
            <a:off x="9513445" y="2111159"/>
            <a:ext cx="655608" cy="330391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</a:endParaRPr>
          </a:p>
        </p:txBody>
      </p:sp>
      <p:sp>
        <p:nvSpPr>
          <p:cNvPr id="26" name="Notched Right Arrow 25"/>
          <p:cNvSpPr/>
          <p:nvPr/>
        </p:nvSpPr>
        <p:spPr>
          <a:xfrm rot="16200000">
            <a:off x="7056303" y="3914398"/>
            <a:ext cx="702962" cy="670552"/>
          </a:xfrm>
          <a:prstGeom prst="notched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124" name="Picture 4" descr="G:\ru\f4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637499"/>
            <a:ext cx="2687129" cy="1808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diagram of a sound wave&#10;&#10;Description automatically generated">
            <a:extLst>
              <a:ext uri="{FF2B5EF4-FFF2-40B4-BE49-F238E27FC236}">
                <a16:creationId xmlns:a16="http://schemas.microsoft.com/office/drawing/2014/main" id="{0C877634-26BE-6EED-19BB-0501DB406A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312" y="641894"/>
            <a:ext cx="3092581" cy="2990708"/>
          </a:xfrm>
          <a:prstGeom prst="rect">
            <a:avLst/>
          </a:prstGeom>
        </p:spPr>
      </p:pic>
      <p:pic>
        <p:nvPicPr>
          <p:cNvPr id="7" name="Picture 6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E90DB3D4-A5E3-FA2F-1E4B-77C515FDC56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27"/>
          <a:stretch/>
        </p:blipFill>
        <p:spPr>
          <a:xfrm>
            <a:off x="5717365" y="641894"/>
            <a:ext cx="3380838" cy="2990708"/>
          </a:xfrm>
          <a:prstGeom prst="rect">
            <a:avLst/>
          </a:prstGeom>
        </p:spPr>
      </p:pic>
      <p:pic>
        <p:nvPicPr>
          <p:cNvPr id="2" name="Picture 15" descr="G:\ru\26.PNG">
            <a:extLst>
              <a:ext uri="{FF2B5EF4-FFF2-40B4-BE49-F238E27FC236}">
                <a16:creationId xmlns:a16="http://schemas.microsoft.com/office/drawing/2014/main" id="{BCD0ACE2-7486-1A2F-5570-389D78DD62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211"/>
          <a:stretch/>
        </p:blipFill>
        <p:spPr bwMode="auto">
          <a:xfrm>
            <a:off x="6394517" y="6461184"/>
            <a:ext cx="2090094" cy="381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095C3DB-8F78-CC4D-663D-99E5FEA32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2487" y="158151"/>
            <a:ext cx="1378516" cy="609600"/>
          </a:xfrm>
        </p:spPr>
        <p:txBody>
          <a:bodyPr/>
          <a:lstStyle/>
          <a:p>
            <a:r>
              <a:rPr lang="en-US" sz="1600" dirty="0"/>
              <a:t>QWFT (mod)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EBF42F7-6D64-C34A-2F0D-8509A4065B03}"/>
              </a:ext>
            </a:extLst>
          </p:cNvPr>
          <p:cNvSpPr txBox="1">
            <a:spLocks/>
          </p:cNvSpPr>
          <p:nvPr/>
        </p:nvSpPr>
        <p:spPr>
          <a:xfrm>
            <a:off x="5717365" y="152400"/>
            <a:ext cx="3574210" cy="6096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/>
              <a:t>Quantum Reconstruction algorithm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B503485-E4F2-08FD-37C0-01C6FEC0003E}"/>
              </a:ext>
            </a:extLst>
          </p:cNvPr>
          <p:cNvSpPr txBox="1">
            <a:spLocks/>
          </p:cNvSpPr>
          <p:nvPr/>
        </p:nvSpPr>
        <p:spPr>
          <a:xfrm>
            <a:off x="2990323" y="4139798"/>
            <a:ext cx="3574210" cy="6096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u="sng" dirty="0"/>
              <a:t>Proposed framework for the project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E3422E9-311A-2FC7-9599-12105A960E3C}"/>
              </a:ext>
            </a:extLst>
          </p:cNvPr>
          <p:cNvSpPr txBox="1">
            <a:spLocks/>
          </p:cNvSpPr>
          <p:nvPr/>
        </p:nvSpPr>
        <p:spPr>
          <a:xfrm>
            <a:off x="10305585" y="3163152"/>
            <a:ext cx="1753236" cy="6096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600" dirty="0"/>
              <a:t>Simulations</a:t>
            </a:r>
          </a:p>
          <a:p>
            <a:pPr algn="ctr"/>
            <a:r>
              <a:rPr lang="en-US" sz="1600" dirty="0"/>
              <a:t>+</a:t>
            </a:r>
          </a:p>
          <a:p>
            <a:pPr algn="ctr"/>
            <a:r>
              <a:rPr lang="en-US" sz="1600" dirty="0"/>
              <a:t>Real Hardware</a:t>
            </a:r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46F32D47-60A1-B149-90B6-C3F50E80E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66800" y="6326533"/>
            <a:ext cx="2971800" cy="531467"/>
          </a:xfrm>
        </p:spPr>
        <p:txBody>
          <a:bodyPr/>
          <a:lstStyle/>
          <a:p>
            <a:r>
              <a:rPr lang="en-US" dirty="0"/>
              <a:t>© 2025 DOLBY | UTS |  ICASSP</a:t>
            </a:r>
          </a:p>
        </p:txBody>
      </p:sp>
    </p:spTree>
    <p:extLst>
      <p:ext uri="{BB962C8B-B14F-4D97-AF65-F5344CB8AC3E}">
        <p14:creationId xmlns:p14="http://schemas.microsoft.com/office/powerpoint/2010/main" val="2588138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852"/>
    </mc:Choice>
    <mc:Fallback xmlns="">
      <p:transition spd="slow" advTm="34852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math information&#10;&#10;Description automatically generated">
            <a:extLst>
              <a:ext uri="{FF2B5EF4-FFF2-40B4-BE49-F238E27FC236}">
                <a16:creationId xmlns:a16="http://schemas.microsoft.com/office/drawing/2014/main" id="{A23FBDC9-FEE0-95D8-B9DE-18ED12F460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4994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A5B29-E00A-640C-DF1E-868B526AE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6EB63-47CB-42A9-BE06-570AF14B67EA}" type="slidenum">
              <a:rPr lang="en-US" smtClean="0"/>
              <a:t>5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53C92E-8386-E544-30EC-90B28794E7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88423" y="8052"/>
            <a:ext cx="2971800" cy="357708"/>
          </a:xfrm>
        </p:spPr>
        <p:txBody>
          <a:bodyPr/>
          <a:lstStyle/>
          <a:p>
            <a:r>
              <a:rPr lang="en-US" sz="1200" dirty="0"/>
              <a:t>Amplitude encoding:</a:t>
            </a:r>
          </a:p>
        </p:txBody>
      </p:sp>
      <p:pic>
        <p:nvPicPr>
          <p:cNvPr id="8" name="Picture 7" descr="A diagram of a circle with a circle and a circle with a circle with a circle with a circle with a circle with a circle with a circle with a circle with a circle with a circle with&#10;&#10;Description automatically generated">
            <a:extLst>
              <a:ext uri="{FF2B5EF4-FFF2-40B4-BE49-F238E27FC236}">
                <a16:creationId xmlns:a16="http://schemas.microsoft.com/office/drawing/2014/main" id="{AE06D0DF-ACB7-0614-839D-2807D3CE12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1743" y="2972640"/>
            <a:ext cx="3850257" cy="250946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6B0D0DE-9DDD-5DA0-33FD-F3DF33D65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66800" y="6326533"/>
            <a:ext cx="2971800" cy="531467"/>
          </a:xfrm>
        </p:spPr>
        <p:txBody>
          <a:bodyPr/>
          <a:lstStyle/>
          <a:p>
            <a:r>
              <a:rPr lang="en-US" dirty="0"/>
              <a:t>© 2025 DOLBY | UTS |  ICASSP</a:t>
            </a:r>
          </a:p>
        </p:txBody>
      </p:sp>
    </p:spTree>
    <p:extLst>
      <p:ext uri="{BB962C8B-B14F-4D97-AF65-F5344CB8AC3E}">
        <p14:creationId xmlns:p14="http://schemas.microsoft.com/office/powerpoint/2010/main" val="13174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842"/>
    </mc:Choice>
    <mc:Fallback xmlns="">
      <p:transition spd="slow" advTm="56842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37A09-D484-AB7D-D4DA-12473CCA6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math information&#10;&#10;Description automatically generated">
            <a:extLst>
              <a:ext uri="{FF2B5EF4-FFF2-40B4-BE49-F238E27FC236}">
                <a16:creationId xmlns:a16="http://schemas.microsoft.com/office/drawing/2014/main" id="{6F2240C9-0C0D-A747-B3A0-50BCC5ED08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36" t="58648" r="45292" b="23142"/>
          <a:stretch/>
        </p:blipFill>
        <p:spPr>
          <a:xfrm>
            <a:off x="2887580" y="3745832"/>
            <a:ext cx="5454164" cy="162827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7D4AF0-01A2-948A-7562-19FF4DC02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6EB63-47CB-42A9-BE06-570AF14B67EA}" type="slidenum">
              <a:rPr lang="en-US" smtClean="0"/>
              <a:t>6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C73A46-B9BC-1E10-EEAF-2E4684114C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88423" y="8052"/>
            <a:ext cx="2971800" cy="357708"/>
          </a:xfrm>
        </p:spPr>
        <p:txBody>
          <a:bodyPr/>
          <a:lstStyle/>
          <a:p>
            <a:r>
              <a:rPr lang="en-US" sz="1200" dirty="0"/>
              <a:t>Amplitude encoding:</a:t>
            </a:r>
          </a:p>
        </p:txBody>
      </p:sp>
      <p:pic>
        <p:nvPicPr>
          <p:cNvPr id="8" name="Picture 7" descr="A diagram of a circle with a circle and a circle with a circle with a circle with a circle with a circle with a circle with a circle with a circle with a circle with a circle with&#10;&#10;Description automatically generated">
            <a:extLst>
              <a:ext uri="{FF2B5EF4-FFF2-40B4-BE49-F238E27FC236}">
                <a16:creationId xmlns:a16="http://schemas.microsoft.com/office/drawing/2014/main" id="{121D561B-9B1D-7CAE-F192-C260F691EB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1743" y="2972640"/>
            <a:ext cx="3850257" cy="250946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C2CEC3D2-1F63-DFF7-B253-7817D7F7D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66800" y="6326533"/>
            <a:ext cx="2971800" cy="531467"/>
          </a:xfrm>
        </p:spPr>
        <p:txBody>
          <a:bodyPr/>
          <a:lstStyle/>
          <a:p>
            <a:r>
              <a:rPr lang="en-US" dirty="0"/>
              <a:t>© 2025 DOLBY | UTS |  ICASSP</a:t>
            </a:r>
          </a:p>
        </p:txBody>
      </p:sp>
    </p:spTree>
    <p:extLst>
      <p:ext uri="{BB962C8B-B14F-4D97-AF65-F5344CB8AC3E}">
        <p14:creationId xmlns:p14="http://schemas.microsoft.com/office/powerpoint/2010/main" val="24417234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6842"/>
    </mc:Choice>
    <mc:Fallback>
      <p:transition spd="slow" advTm="56842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2F18B4-C74D-CCAC-BAA1-3BE6677DF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E4BA-6BAB-48D1-9DF9-DDE495E380E4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7F9EC05-60C6-E46F-FE00-57205E468CC9}"/>
              </a:ext>
            </a:extLst>
          </p:cNvPr>
          <p:cNvSpPr txBox="1">
            <a:spLocks/>
          </p:cNvSpPr>
          <p:nvPr/>
        </p:nvSpPr>
        <p:spPr>
          <a:xfrm>
            <a:off x="0" y="124176"/>
            <a:ext cx="12192000" cy="294845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u="sng" dirty="0"/>
              <a:t>Quantum Window State preparation: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9AC6E3-1357-4BC4-7EC7-AF36E7388C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5555" y="3626597"/>
            <a:ext cx="3550392" cy="28455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2DD377-49F1-AA89-A778-868D2DBB39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5827" y="435927"/>
            <a:ext cx="3550392" cy="284553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3017D9A-8726-6537-3AE4-7CEB66E30B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514" y="519404"/>
            <a:ext cx="3701143" cy="2923367"/>
          </a:xfrm>
          <a:prstGeom prst="rect">
            <a:avLst/>
          </a:prstGeom>
        </p:spPr>
      </p:pic>
      <p:sp>
        <p:nvSpPr>
          <p:cNvPr id="18" name="Right Arrow 17">
            <a:extLst>
              <a:ext uri="{FF2B5EF4-FFF2-40B4-BE49-F238E27FC236}">
                <a16:creationId xmlns:a16="http://schemas.microsoft.com/office/drawing/2014/main" id="{9C9F4901-6783-18E8-1EC3-F8566BB1706C}"/>
              </a:ext>
            </a:extLst>
          </p:cNvPr>
          <p:cNvSpPr/>
          <p:nvPr/>
        </p:nvSpPr>
        <p:spPr>
          <a:xfrm rot="5400000">
            <a:off x="9959040" y="2843913"/>
            <a:ext cx="3209456" cy="875099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</a:rPr>
              <a:t>Padding to the power of 2 over</a:t>
            </a:r>
          </a:p>
          <a:p>
            <a:pPr algn="ctr"/>
            <a:r>
              <a:rPr lang="en-IN" sz="1200" b="1" dirty="0">
                <a:solidFill>
                  <a:schemeClr val="tx1"/>
                </a:solidFill>
              </a:rPr>
              <a:t> (N + M -1)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AC358A58-AE7B-8FE7-15F0-B6B4833E7F71}"/>
              </a:ext>
            </a:extLst>
          </p:cNvPr>
          <p:cNvSpPr txBox="1">
            <a:spLocks/>
          </p:cNvSpPr>
          <p:nvPr/>
        </p:nvSpPr>
        <p:spPr>
          <a:xfrm>
            <a:off x="217698" y="5728524"/>
            <a:ext cx="7641804" cy="327333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/>
              <a:t>|Psi&gt; = </a:t>
            </a:r>
            <a:r>
              <a:rPr lang="en-US" sz="1600" b="1" dirty="0">
                <a:solidFill>
                  <a:schemeClr val="accent4"/>
                </a:solidFill>
              </a:rPr>
              <a:t>a</a:t>
            </a:r>
            <a:r>
              <a:rPr lang="en-US" sz="1600" b="1" dirty="0"/>
              <a:t>|000&gt; + </a:t>
            </a:r>
            <a:r>
              <a:rPr lang="en-US" sz="1600" b="1" dirty="0">
                <a:solidFill>
                  <a:schemeClr val="accent6"/>
                </a:solidFill>
              </a:rPr>
              <a:t>b</a:t>
            </a:r>
            <a:r>
              <a:rPr lang="en-US" sz="1600" b="1" dirty="0"/>
              <a:t>|001&gt; + </a:t>
            </a:r>
            <a:r>
              <a:rPr 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</a:t>
            </a:r>
            <a:r>
              <a:rPr lang="en-US" sz="1600" b="1" dirty="0"/>
              <a:t>|010&gt; +d|011&gt; + e|100&gt; +f|101&gt; +g|110&gt; + h|111&gt;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D3816B9C-1CDC-18F4-78E7-55ADC4FE1946}"/>
              </a:ext>
            </a:extLst>
          </p:cNvPr>
          <p:cNvSpPr txBox="1">
            <a:spLocks/>
          </p:cNvSpPr>
          <p:nvPr/>
        </p:nvSpPr>
        <p:spPr>
          <a:xfrm rot="16200000">
            <a:off x="-53596" y="3641659"/>
            <a:ext cx="1761821" cy="6096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/>
              <a:t>Rectangular Window</a:t>
            </a:r>
          </a:p>
          <a:p>
            <a:pPr algn="ctr"/>
            <a:r>
              <a:rPr lang="en-US" sz="1400" dirty="0"/>
              <a:t>N = 3</a:t>
            </a: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DB512A14-E884-5B4C-0C1E-58A5A2402F35}"/>
              </a:ext>
            </a:extLst>
          </p:cNvPr>
          <p:cNvSpPr/>
          <p:nvPr/>
        </p:nvSpPr>
        <p:spPr>
          <a:xfrm>
            <a:off x="4332480" y="678406"/>
            <a:ext cx="3209456" cy="875099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</a:rPr>
              <a:t>Element wise product and L2 Normalisation</a:t>
            </a:r>
          </a:p>
        </p:txBody>
      </p:sp>
      <p:sp>
        <p:nvSpPr>
          <p:cNvPr id="52" name="Bent Arrow 51">
            <a:extLst>
              <a:ext uri="{FF2B5EF4-FFF2-40B4-BE49-F238E27FC236}">
                <a16:creationId xmlns:a16="http://schemas.microsoft.com/office/drawing/2014/main" id="{1C7F0368-7390-FE34-BC3A-0704506EC686}"/>
              </a:ext>
            </a:extLst>
          </p:cNvPr>
          <p:cNvSpPr/>
          <p:nvPr/>
        </p:nvSpPr>
        <p:spPr>
          <a:xfrm rot="5400000" flipV="1">
            <a:off x="4195489" y="1904074"/>
            <a:ext cx="489205" cy="7225555"/>
          </a:xfrm>
          <a:prstGeom prst="bentArrow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200" dirty="0" err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53" name="Bent Arrow 52">
            <a:extLst>
              <a:ext uri="{FF2B5EF4-FFF2-40B4-BE49-F238E27FC236}">
                <a16:creationId xmlns:a16="http://schemas.microsoft.com/office/drawing/2014/main" id="{C6A7F15E-E648-6BD4-A1C2-D2E4ADEDF700}"/>
              </a:ext>
            </a:extLst>
          </p:cNvPr>
          <p:cNvSpPr/>
          <p:nvPr/>
        </p:nvSpPr>
        <p:spPr>
          <a:xfrm rot="5400000" flipV="1">
            <a:off x="4748470" y="827234"/>
            <a:ext cx="639210" cy="6700023"/>
          </a:xfrm>
          <a:prstGeom prst="bentArrow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200" dirty="0" err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54" name="Bent Arrow 53">
            <a:extLst>
              <a:ext uri="{FF2B5EF4-FFF2-40B4-BE49-F238E27FC236}">
                <a16:creationId xmlns:a16="http://schemas.microsoft.com/office/drawing/2014/main" id="{F2D1C206-95D6-A540-351D-7E7D3A2221AA}"/>
              </a:ext>
            </a:extLst>
          </p:cNvPr>
          <p:cNvSpPr/>
          <p:nvPr/>
        </p:nvSpPr>
        <p:spPr>
          <a:xfrm rot="5400000" flipV="1">
            <a:off x="5329228" y="2194981"/>
            <a:ext cx="764635" cy="6302449"/>
          </a:xfrm>
          <a:prstGeom prst="bentArrow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200" dirty="0" err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55" name="Up Arrow 54">
            <a:extLst>
              <a:ext uri="{FF2B5EF4-FFF2-40B4-BE49-F238E27FC236}">
                <a16:creationId xmlns:a16="http://schemas.microsoft.com/office/drawing/2014/main" id="{AB1565A7-499E-0E0A-3A68-EC8BC6046DBD}"/>
              </a:ext>
            </a:extLst>
          </p:cNvPr>
          <p:cNvSpPr/>
          <p:nvPr/>
        </p:nvSpPr>
        <p:spPr>
          <a:xfrm rot="10800000">
            <a:off x="1733023" y="4237200"/>
            <a:ext cx="291582" cy="1456457"/>
          </a:xfrm>
          <a:prstGeom prst="upArrow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200" dirty="0" err="1">
              <a:latin typeface="+mj-lt"/>
            </a:endParaRPr>
          </a:p>
        </p:txBody>
      </p:sp>
      <p:sp>
        <p:nvSpPr>
          <p:cNvPr id="56" name="Title 1">
            <a:extLst>
              <a:ext uri="{FF2B5EF4-FFF2-40B4-BE49-F238E27FC236}">
                <a16:creationId xmlns:a16="http://schemas.microsoft.com/office/drawing/2014/main" id="{63517327-5F5E-91CC-44FB-E6CC96F3401F}"/>
              </a:ext>
            </a:extLst>
          </p:cNvPr>
          <p:cNvSpPr txBox="1">
            <a:spLocks/>
          </p:cNvSpPr>
          <p:nvPr/>
        </p:nvSpPr>
        <p:spPr>
          <a:xfrm>
            <a:off x="3991159" y="4657583"/>
            <a:ext cx="2063930" cy="327333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u="sng" dirty="0"/>
              <a:t>Amplitude Encoding</a:t>
            </a:r>
          </a:p>
        </p:txBody>
      </p:sp>
      <p:sp>
        <p:nvSpPr>
          <p:cNvPr id="57" name="Right Arrow 56">
            <a:extLst>
              <a:ext uri="{FF2B5EF4-FFF2-40B4-BE49-F238E27FC236}">
                <a16:creationId xmlns:a16="http://schemas.microsoft.com/office/drawing/2014/main" id="{F4E37F27-51C2-EC9C-2184-EA7ADF3ED8FC}"/>
              </a:ext>
            </a:extLst>
          </p:cNvPr>
          <p:cNvSpPr/>
          <p:nvPr/>
        </p:nvSpPr>
        <p:spPr>
          <a:xfrm rot="16200000">
            <a:off x="988722" y="3269878"/>
            <a:ext cx="212131" cy="209071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C64379-1511-014B-E584-AC5D492AB522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204" y="3429000"/>
            <a:ext cx="1291277" cy="1034921"/>
          </a:xfrm>
          <a:prstGeom prst="rect">
            <a:avLst/>
          </a:prstGeom>
        </p:spPr>
      </p:pic>
      <p:sp>
        <p:nvSpPr>
          <p:cNvPr id="58" name="Right Arrow 57">
            <a:extLst>
              <a:ext uri="{FF2B5EF4-FFF2-40B4-BE49-F238E27FC236}">
                <a16:creationId xmlns:a16="http://schemas.microsoft.com/office/drawing/2014/main" id="{16EA491A-9315-BB76-FA9D-82D1D46F9EC0}"/>
              </a:ext>
            </a:extLst>
          </p:cNvPr>
          <p:cNvSpPr/>
          <p:nvPr/>
        </p:nvSpPr>
        <p:spPr>
          <a:xfrm rot="16200000">
            <a:off x="1499965" y="3230764"/>
            <a:ext cx="212131" cy="209071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</a:endParaRPr>
          </a:p>
        </p:txBody>
      </p:sp>
      <p:sp>
        <p:nvSpPr>
          <p:cNvPr id="59" name="Right Arrow 58">
            <a:extLst>
              <a:ext uri="{FF2B5EF4-FFF2-40B4-BE49-F238E27FC236}">
                <a16:creationId xmlns:a16="http://schemas.microsoft.com/office/drawing/2014/main" id="{3403EA79-FC47-92E0-C01E-E894106B7DAE}"/>
              </a:ext>
            </a:extLst>
          </p:cNvPr>
          <p:cNvSpPr/>
          <p:nvPr/>
        </p:nvSpPr>
        <p:spPr>
          <a:xfrm rot="16200000">
            <a:off x="1978880" y="3252885"/>
            <a:ext cx="212131" cy="209071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</a:endParaRPr>
          </a:p>
        </p:txBody>
      </p:sp>
      <p:sp>
        <p:nvSpPr>
          <p:cNvPr id="61" name="Title 1">
            <a:extLst>
              <a:ext uri="{FF2B5EF4-FFF2-40B4-BE49-F238E27FC236}">
                <a16:creationId xmlns:a16="http://schemas.microsoft.com/office/drawing/2014/main" id="{0DA20C55-EAF8-E3B3-3F15-4688B0B3D792}"/>
              </a:ext>
            </a:extLst>
          </p:cNvPr>
          <p:cNvSpPr txBox="1">
            <a:spLocks/>
          </p:cNvSpPr>
          <p:nvPr/>
        </p:nvSpPr>
        <p:spPr>
          <a:xfrm>
            <a:off x="351213" y="641412"/>
            <a:ext cx="342602" cy="200295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dirty="0"/>
              <a:t>1.</a:t>
            </a:r>
          </a:p>
        </p:txBody>
      </p:sp>
      <p:sp>
        <p:nvSpPr>
          <p:cNvPr id="62" name="Title 1">
            <a:extLst>
              <a:ext uri="{FF2B5EF4-FFF2-40B4-BE49-F238E27FC236}">
                <a16:creationId xmlns:a16="http://schemas.microsoft.com/office/drawing/2014/main" id="{FAF0449E-E6FE-4CCF-88E2-2C27218EF4A6}"/>
              </a:ext>
            </a:extLst>
          </p:cNvPr>
          <p:cNvSpPr txBox="1">
            <a:spLocks/>
          </p:cNvSpPr>
          <p:nvPr/>
        </p:nvSpPr>
        <p:spPr>
          <a:xfrm>
            <a:off x="7575827" y="563861"/>
            <a:ext cx="342602" cy="200295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dirty="0"/>
              <a:t>2.</a:t>
            </a:r>
          </a:p>
        </p:txBody>
      </p:sp>
      <p:sp>
        <p:nvSpPr>
          <p:cNvPr id="63" name="Title 1">
            <a:extLst>
              <a:ext uri="{FF2B5EF4-FFF2-40B4-BE49-F238E27FC236}">
                <a16:creationId xmlns:a16="http://schemas.microsoft.com/office/drawing/2014/main" id="{53910D43-E631-169C-BF38-AFDEDA756950}"/>
              </a:ext>
            </a:extLst>
          </p:cNvPr>
          <p:cNvSpPr txBox="1">
            <a:spLocks/>
          </p:cNvSpPr>
          <p:nvPr/>
        </p:nvSpPr>
        <p:spPr>
          <a:xfrm>
            <a:off x="7641551" y="3646715"/>
            <a:ext cx="342602" cy="200295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dirty="0"/>
              <a:t>3.</a:t>
            </a:r>
          </a:p>
        </p:txBody>
      </p:sp>
      <p:sp>
        <p:nvSpPr>
          <p:cNvPr id="65" name="Title 1">
            <a:extLst>
              <a:ext uri="{FF2B5EF4-FFF2-40B4-BE49-F238E27FC236}">
                <a16:creationId xmlns:a16="http://schemas.microsoft.com/office/drawing/2014/main" id="{48D52D8E-398D-1EEB-2A50-60330F21C5FC}"/>
              </a:ext>
            </a:extLst>
          </p:cNvPr>
          <p:cNvSpPr txBox="1">
            <a:spLocks/>
          </p:cNvSpPr>
          <p:nvPr/>
        </p:nvSpPr>
        <p:spPr>
          <a:xfrm>
            <a:off x="4294354" y="1381706"/>
            <a:ext cx="2774655" cy="327333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dirty="0">
                <a:solidFill>
                  <a:srgbClr val="C00000"/>
                </a:solidFill>
              </a:rPr>
              <a:t>TODO: TRACK WINDOW NORM</a:t>
            </a:r>
          </a:p>
        </p:txBody>
      </p:sp>
      <p:sp>
        <p:nvSpPr>
          <p:cNvPr id="19" name="Bent Arrow 18">
            <a:extLst>
              <a:ext uri="{FF2B5EF4-FFF2-40B4-BE49-F238E27FC236}">
                <a16:creationId xmlns:a16="http://schemas.microsoft.com/office/drawing/2014/main" id="{5C7AF878-BCAA-E221-DCE8-1C9AB16DF062}"/>
              </a:ext>
            </a:extLst>
          </p:cNvPr>
          <p:cNvSpPr/>
          <p:nvPr/>
        </p:nvSpPr>
        <p:spPr>
          <a:xfrm rot="5400000">
            <a:off x="5600520" y="1728898"/>
            <a:ext cx="1692445" cy="1937083"/>
          </a:xfrm>
          <a:prstGeom prst="bentArrow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200" dirty="0" err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F78FBC4D-BB1A-2A18-0E69-1361A8A6154B}"/>
              </a:ext>
            </a:extLst>
          </p:cNvPr>
          <p:cNvSpPr txBox="1">
            <a:spLocks/>
          </p:cNvSpPr>
          <p:nvPr/>
        </p:nvSpPr>
        <p:spPr>
          <a:xfrm>
            <a:off x="5385503" y="2516190"/>
            <a:ext cx="1291277" cy="327333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dirty="0">
                <a:solidFill>
                  <a:srgbClr val="C00000"/>
                </a:solidFill>
              </a:rPr>
              <a:t>Classical </a:t>
            </a:r>
          </a:p>
          <a:p>
            <a:pPr algn="ctr"/>
            <a:r>
              <a:rPr lang="en-US" sz="1400" dirty="0">
                <a:solidFill>
                  <a:srgbClr val="C00000"/>
                </a:solidFill>
              </a:rPr>
              <a:t>Preprocessing</a:t>
            </a:r>
          </a:p>
        </p:txBody>
      </p:sp>
      <p:sp>
        <p:nvSpPr>
          <p:cNvPr id="68" name="Title 1">
            <a:extLst>
              <a:ext uri="{FF2B5EF4-FFF2-40B4-BE49-F238E27FC236}">
                <a16:creationId xmlns:a16="http://schemas.microsoft.com/office/drawing/2014/main" id="{71DA5529-6A3D-00B8-7C91-C6C9E759D432}"/>
              </a:ext>
            </a:extLst>
          </p:cNvPr>
          <p:cNvSpPr txBox="1">
            <a:spLocks/>
          </p:cNvSpPr>
          <p:nvPr/>
        </p:nvSpPr>
        <p:spPr>
          <a:xfrm>
            <a:off x="4357893" y="4155393"/>
            <a:ext cx="1291277" cy="327333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dirty="0">
                <a:solidFill>
                  <a:srgbClr val="C00000"/>
                </a:solidFill>
              </a:rPr>
              <a:t>Quantum </a:t>
            </a:r>
          </a:p>
          <a:p>
            <a:pPr algn="ctr"/>
            <a:r>
              <a:rPr lang="en-US" sz="1400" dirty="0">
                <a:solidFill>
                  <a:srgbClr val="C00000"/>
                </a:solidFill>
              </a:rPr>
              <a:t>Processing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D3E02C17-8347-F97C-080B-651ACD658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66800" y="6326533"/>
            <a:ext cx="2971800" cy="531467"/>
          </a:xfrm>
        </p:spPr>
        <p:txBody>
          <a:bodyPr/>
          <a:lstStyle/>
          <a:p>
            <a:r>
              <a:rPr lang="en-US" dirty="0"/>
              <a:t>© 2025 DOLBY | UTS |  ICASSP</a:t>
            </a:r>
          </a:p>
        </p:txBody>
      </p:sp>
    </p:spTree>
    <p:extLst>
      <p:ext uri="{BB962C8B-B14F-4D97-AF65-F5344CB8AC3E}">
        <p14:creationId xmlns:p14="http://schemas.microsoft.com/office/powerpoint/2010/main" val="3455191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492"/>
    </mc:Choice>
    <mc:Fallback xmlns="">
      <p:transition spd="slow" advTm="30492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15F430-F1AC-36F0-A427-55662F765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6EB63-47CB-42A9-BE06-570AF14B67EA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E8865B-54C0-1FC1-73D1-1769BB242D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SUBROUTINE 1:</a:t>
            </a:r>
          </a:p>
          <a:p>
            <a:r>
              <a:rPr lang="en-US" dirty="0"/>
              <a:t>FILTER AS A QUANTUM REGISTER 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DF6BC803-88FB-7C61-D3FA-3C73258B5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66800" y="6326533"/>
            <a:ext cx="2971800" cy="531467"/>
          </a:xfrm>
        </p:spPr>
        <p:txBody>
          <a:bodyPr/>
          <a:lstStyle/>
          <a:p>
            <a:r>
              <a:rPr lang="en-US" dirty="0"/>
              <a:t>© 2025 DOLBY | UTS |  ICASSP</a:t>
            </a:r>
          </a:p>
        </p:txBody>
      </p:sp>
    </p:spTree>
    <p:extLst>
      <p:ext uri="{BB962C8B-B14F-4D97-AF65-F5344CB8AC3E}">
        <p14:creationId xmlns:p14="http://schemas.microsoft.com/office/powerpoint/2010/main" val="3361907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883"/>
    </mc:Choice>
    <mc:Fallback xmlns="">
      <p:transition spd="slow" advTm="7883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6" descr="A diagram of a circuit board&#10;&#10;Description automatically generated">
            <a:extLst>
              <a:ext uri="{FF2B5EF4-FFF2-40B4-BE49-F238E27FC236}">
                <a16:creationId xmlns:a16="http://schemas.microsoft.com/office/drawing/2014/main" id="{3C31F901-D307-1499-E08C-AEA4EEDD9D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128" y="2704498"/>
            <a:ext cx="6060595" cy="3396598"/>
          </a:xfrm>
        </p:spPr>
      </p:pic>
      <p:sp>
        <p:nvSpPr>
          <p:cNvPr id="26" name="Notched Right Arrow 25"/>
          <p:cNvSpPr/>
          <p:nvPr/>
        </p:nvSpPr>
        <p:spPr>
          <a:xfrm rot="5400000">
            <a:off x="5350486" y="2473175"/>
            <a:ext cx="563578" cy="325548"/>
          </a:xfrm>
          <a:prstGeom prst="notched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Picture 11" descr="A diagram of a diagram of a number of objects&#10;&#10;Description automatically generated with medium confidence">
            <a:extLst>
              <a:ext uri="{FF2B5EF4-FFF2-40B4-BE49-F238E27FC236}">
                <a16:creationId xmlns:a16="http://schemas.microsoft.com/office/drawing/2014/main" id="{FA3F0F63-E54E-5C77-88C3-3CBA6B65EE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6771" y="1147565"/>
            <a:ext cx="3730731" cy="117518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095C3DB-8F78-CC4D-663D-99E5FEA32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3259144" y="3365509"/>
            <a:ext cx="1487280" cy="294845"/>
          </a:xfrm>
        </p:spPr>
        <p:txBody>
          <a:bodyPr/>
          <a:lstStyle/>
          <a:p>
            <a:pPr algn="ctr"/>
            <a:r>
              <a:rPr lang="en-US" sz="1200" dirty="0"/>
              <a:t>WINDOWED STATE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B81B393-0838-07FD-17E3-6C6736CA9C49}"/>
              </a:ext>
            </a:extLst>
          </p:cNvPr>
          <p:cNvSpPr txBox="1">
            <a:spLocks/>
          </p:cNvSpPr>
          <p:nvPr/>
        </p:nvSpPr>
        <p:spPr>
          <a:xfrm>
            <a:off x="4268199" y="5517378"/>
            <a:ext cx="670552" cy="193057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/>
              <a:t>FILTER</a:t>
            </a:r>
          </a:p>
        </p:txBody>
      </p:sp>
      <p:sp>
        <p:nvSpPr>
          <p:cNvPr id="14" name="Notched Right Arrow 13">
            <a:extLst>
              <a:ext uri="{FF2B5EF4-FFF2-40B4-BE49-F238E27FC236}">
                <a16:creationId xmlns:a16="http://schemas.microsoft.com/office/drawing/2014/main" id="{9D1F6DF9-8025-EF2F-ECBF-B258077174CC}"/>
              </a:ext>
            </a:extLst>
          </p:cNvPr>
          <p:cNvSpPr/>
          <p:nvPr/>
        </p:nvSpPr>
        <p:spPr>
          <a:xfrm rot="5400000">
            <a:off x="7107106" y="2471333"/>
            <a:ext cx="559890" cy="325550"/>
          </a:xfrm>
          <a:prstGeom prst="notched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208E5159-E5F2-951E-F79D-8E66917E0A46}"/>
              </a:ext>
            </a:extLst>
          </p:cNvPr>
          <p:cNvSpPr txBox="1">
            <a:spLocks/>
          </p:cNvSpPr>
          <p:nvPr/>
        </p:nvSpPr>
        <p:spPr>
          <a:xfrm>
            <a:off x="6085757" y="898274"/>
            <a:ext cx="418297" cy="233984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/>
              <a:t>QFT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6D64897B-05DD-6B13-4D3F-14F7B90B7122}"/>
              </a:ext>
            </a:extLst>
          </p:cNvPr>
          <p:cNvSpPr txBox="1">
            <a:spLocks/>
          </p:cNvSpPr>
          <p:nvPr/>
        </p:nvSpPr>
        <p:spPr>
          <a:xfrm rot="16200000">
            <a:off x="5089461" y="3819891"/>
            <a:ext cx="2534340" cy="294845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/>
              <a:t>ELEMENT WISE PRODUCT</a:t>
            </a:r>
          </a:p>
        </p:txBody>
      </p:sp>
      <p:pic>
        <p:nvPicPr>
          <p:cNvPr id="21" name="Content Placeholder 6" descr="A graph of a number of different sizes&#10;&#10;Description automatically generated with medium confidence">
            <a:extLst>
              <a:ext uri="{FF2B5EF4-FFF2-40B4-BE49-F238E27FC236}">
                <a16:creationId xmlns:a16="http://schemas.microsoft.com/office/drawing/2014/main" id="{94D38327-AAD7-F803-AC9A-9339EF7A11A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346"/>
          <a:stretch/>
        </p:blipFill>
        <p:spPr>
          <a:xfrm>
            <a:off x="165416" y="2241233"/>
            <a:ext cx="2967168" cy="2533669"/>
          </a:xfrm>
          <a:prstGeom prst="rect">
            <a:avLst/>
          </a:prstGeom>
        </p:spPr>
      </p:pic>
      <p:pic>
        <p:nvPicPr>
          <p:cNvPr id="22" name="Content Placeholder 6" descr="A graph of a number of different sizes&#10;&#10;Description automatically generated with medium confidence">
            <a:extLst>
              <a:ext uri="{FF2B5EF4-FFF2-40B4-BE49-F238E27FC236}">
                <a16:creationId xmlns:a16="http://schemas.microsoft.com/office/drawing/2014/main" id="{9E543379-CB65-05F2-8CED-F8490B65E66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17"/>
          <a:stretch/>
        </p:blipFill>
        <p:spPr>
          <a:xfrm>
            <a:off x="9130291" y="2272903"/>
            <a:ext cx="2967168" cy="2501999"/>
          </a:xfrm>
          <a:prstGeom prst="rect">
            <a:avLst/>
          </a:prstGeom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C5B116F7-A4AC-D533-9AC6-818B7EA3DE18}"/>
              </a:ext>
            </a:extLst>
          </p:cNvPr>
          <p:cNvSpPr txBox="1">
            <a:spLocks/>
          </p:cNvSpPr>
          <p:nvPr/>
        </p:nvSpPr>
        <p:spPr>
          <a:xfrm>
            <a:off x="744066" y="1980059"/>
            <a:ext cx="2111908" cy="233984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/>
              <a:t>I/P: WINDOWED SIGNAL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78F7BE9E-EE6B-6E23-0187-DF84E2F16BF5}"/>
              </a:ext>
            </a:extLst>
          </p:cNvPr>
          <p:cNvSpPr txBox="1">
            <a:spLocks/>
          </p:cNvSpPr>
          <p:nvPr/>
        </p:nvSpPr>
        <p:spPr>
          <a:xfrm>
            <a:off x="9891423" y="2007249"/>
            <a:ext cx="1820849" cy="233984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/>
              <a:t>O/P: CONVOLUTION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9F1BE9A7-2B1A-B53C-1C14-7C1B64EC0047}"/>
              </a:ext>
            </a:extLst>
          </p:cNvPr>
          <p:cNvSpPr txBox="1">
            <a:spLocks/>
          </p:cNvSpPr>
          <p:nvPr/>
        </p:nvSpPr>
        <p:spPr>
          <a:xfrm>
            <a:off x="0" y="385868"/>
            <a:ext cx="12192000" cy="294845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/>
              <a:t>Subroutine 1: </a:t>
            </a:r>
            <a:r>
              <a:rPr lang="en-US" sz="2000" u="sng" dirty="0"/>
              <a:t>Quantum Convolution algorithm:</a:t>
            </a:r>
            <a:r>
              <a:rPr lang="en-US" sz="2000" dirty="0"/>
              <a:t> Filter as a Quantum Register</a:t>
            </a:r>
            <a:endParaRPr lang="en-US" sz="2000" u="sng" dirty="0"/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9A03AF10-C66F-9503-32C3-5E7522A3EB34}"/>
              </a:ext>
            </a:extLst>
          </p:cNvPr>
          <p:cNvSpPr txBox="1">
            <a:spLocks/>
          </p:cNvSpPr>
          <p:nvPr/>
        </p:nvSpPr>
        <p:spPr>
          <a:xfrm>
            <a:off x="698016" y="5283002"/>
            <a:ext cx="2774655" cy="327333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dirty="0">
                <a:solidFill>
                  <a:srgbClr val="C00000"/>
                </a:solidFill>
              </a:rPr>
              <a:t>TODO: TRACK FILTER NORM</a:t>
            </a: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AA9383B7-B242-4DE9-0E75-4F8918B6EBD1}"/>
              </a:ext>
            </a:extLst>
          </p:cNvPr>
          <p:cNvSpPr txBox="1">
            <a:spLocks/>
          </p:cNvSpPr>
          <p:nvPr/>
        </p:nvSpPr>
        <p:spPr>
          <a:xfrm>
            <a:off x="9414519" y="4774902"/>
            <a:ext cx="2774655" cy="85924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>
                <a:solidFill>
                  <a:srgbClr val="C00000"/>
                </a:solidFill>
              </a:rPr>
              <a:t>TODO: </a:t>
            </a:r>
          </a:p>
          <a:p>
            <a:pPr algn="ctr"/>
            <a:r>
              <a:rPr lang="en-US" sz="1400" dirty="0">
                <a:solidFill>
                  <a:srgbClr val="C00000"/>
                </a:solidFill>
              </a:rPr>
              <a:t>RECTIFY WINDOW NORM </a:t>
            </a:r>
          </a:p>
          <a:p>
            <a:pPr algn="ctr"/>
            <a:r>
              <a:rPr lang="en-US" sz="1400" dirty="0">
                <a:solidFill>
                  <a:srgbClr val="C00000"/>
                </a:solidFill>
              </a:rPr>
              <a:t>and </a:t>
            </a:r>
          </a:p>
          <a:p>
            <a:pPr algn="ctr"/>
            <a:r>
              <a:rPr lang="en-US" sz="1400" dirty="0">
                <a:solidFill>
                  <a:srgbClr val="C00000"/>
                </a:solidFill>
              </a:rPr>
              <a:t>FILTER NORM</a:t>
            </a:r>
          </a:p>
        </p:txBody>
      </p:sp>
      <p:sp>
        <p:nvSpPr>
          <p:cNvPr id="36" name="Right Arrow 35">
            <a:extLst>
              <a:ext uri="{FF2B5EF4-FFF2-40B4-BE49-F238E27FC236}">
                <a16:creationId xmlns:a16="http://schemas.microsoft.com/office/drawing/2014/main" id="{0133F9B1-71C0-D3B9-6738-CC2C8835D7AD}"/>
              </a:ext>
            </a:extLst>
          </p:cNvPr>
          <p:cNvSpPr/>
          <p:nvPr/>
        </p:nvSpPr>
        <p:spPr>
          <a:xfrm>
            <a:off x="781595" y="4960041"/>
            <a:ext cx="2971800" cy="330391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</a:rPr>
              <a:t>Box car filter / </a:t>
            </a:r>
            <a:r>
              <a:rPr lang="en-IN" sz="1200" b="1" dirty="0" err="1">
                <a:solidFill>
                  <a:schemeClr val="tx1"/>
                </a:solidFill>
              </a:rPr>
              <a:t>Avg</a:t>
            </a:r>
            <a:r>
              <a:rPr lang="en-IN" sz="1200" b="1" dirty="0">
                <a:solidFill>
                  <a:schemeClr val="tx1"/>
                </a:solidFill>
              </a:rPr>
              <a:t> filter. N = 3</a:t>
            </a:r>
            <a:endParaRPr lang="en-IN" sz="1200" b="1" dirty="0">
              <a:solidFill>
                <a:prstClr val="white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A3CBB8-2F0D-F468-099B-1E865CFA09A7}"/>
              </a:ext>
            </a:extLst>
          </p:cNvPr>
          <p:cNvSpPr txBox="1">
            <a:spLocks/>
          </p:cNvSpPr>
          <p:nvPr/>
        </p:nvSpPr>
        <p:spPr>
          <a:xfrm>
            <a:off x="2724298" y="5933296"/>
            <a:ext cx="6658254" cy="327333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600" dirty="0">
                <a:solidFill>
                  <a:srgbClr val="C00000"/>
                </a:solidFill>
              </a:rPr>
              <a:t># For N qubit window register we need N ancillas to handle filter encoding. So 2N qubits in total.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DE6EDA4-D202-02EA-B3D0-A5AB112DE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66800" y="6326533"/>
            <a:ext cx="2971800" cy="531467"/>
          </a:xfrm>
        </p:spPr>
        <p:txBody>
          <a:bodyPr/>
          <a:lstStyle/>
          <a:p>
            <a:r>
              <a:rPr lang="en-US" dirty="0"/>
              <a:t>© 2025 DOLBY | UTS |  ICASSP</a:t>
            </a:r>
          </a:p>
        </p:txBody>
      </p:sp>
    </p:spTree>
    <p:extLst>
      <p:ext uri="{BB962C8B-B14F-4D97-AF65-F5344CB8AC3E}">
        <p14:creationId xmlns:p14="http://schemas.microsoft.com/office/powerpoint/2010/main" val="3047602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2709"/>
    </mc:Choice>
    <mc:Fallback xmlns="">
      <p:transition spd="slow" advTm="82709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6" descr="A diagram of a circuit board&#10;&#10;Description automatically generated">
            <a:extLst>
              <a:ext uri="{FF2B5EF4-FFF2-40B4-BE49-F238E27FC236}">
                <a16:creationId xmlns:a16="http://schemas.microsoft.com/office/drawing/2014/main" id="{3C31F901-D307-1499-E08C-AEA4EEDD9D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4" y="1049998"/>
            <a:ext cx="6526305" cy="3657600"/>
          </a:xfrm>
        </p:spPr>
      </p:pic>
      <p:sp>
        <p:nvSpPr>
          <p:cNvPr id="26" name="Notched Right Arrow 25"/>
          <p:cNvSpPr/>
          <p:nvPr/>
        </p:nvSpPr>
        <p:spPr>
          <a:xfrm rot="16200000">
            <a:off x="2455580" y="4384365"/>
            <a:ext cx="806694" cy="325548"/>
          </a:xfrm>
          <a:prstGeom prst="notched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Picture 11" descr="A diagram of a diagram of a number of objects&#10;&#10;Description automatically generated with medium confidence">
            <a:extLst>
              <a:ext uri="{FF2B5EF4-FFF2-40B4-BE49-F238E27FC236}">
                <a16:creationId xmlns:a16="http://schemas.microsoft.com/office/drawing/2014/main" id="{FA3F0F63-E54E-5C77-88C3-3CBA6B65EE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905" y="5040175"/>
            <a:ext cx="4609594" cy="145202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095C3DB-8F78-CC4D-663D-99E5FEA32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219234" y="1850662"/>
            <a:ext cx="1527026" cy="212798"/>
          </a:xfrm>
        </p:spPr>
        <p:txBody>
          <a:bodyPr/>
          <a:lstStyle/>
          <a:p>
            <a:pPr algn="ctr"/>
            <a:r>
              <a:rPr lang="en-US" sz="1200" dirty="0"/>
              <a:t>WINDOWED STATE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B81B393-0838-07FD-17E3-6C6736CA9C49}"/>
              </a:ext>
            </a:extLst>
          </p:cNvPr>
          <p:cNvSpPr txBox="1">
            <a:spLocks/>
          </p:cNvSpPr>
          <p:nvPr/>
        </p:nvSpPr>
        <p:spPr>
          <a:xfrm>
            <a:off x="1431026" y="4097998"/>
            <a:ext cx="670552" cy="17185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/>
              <a:t>FILTER</a:t>
            </a:r>
          </a:p>
        </p:txBody>
      </p:sp>
      <p:sp>
        <p:nvSpPr>
          <p:cNvPr id="14" name="Notched Right Arrow 13">
            <a:extLst>
              <a:ext uri="{FF2B5EF4-FFF2-40B4-BE49-F238E27FC236}">
                <a16:creationId xmlns:a16="http://schemas.microsoft.com/office/drawing/2014/main" id="{9D1F6DF9-8025-EF2F-ECBF-B258077174CC}"/>
              </a:ext>
            </a:extLst>
          </p:cNvPr>
          <p:cNvSpPr/>
          <p:nvPr/>
        </p:nvSpPr>
        <p:spPr>
          <a:xfrm rot="16200000">
            <a:off x="3635210" y="3648713"/>
            <a:ext cx="2203802" cy="325550"/>
          </a:xfrm>
          <a:prstGeom prst="notched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208E5159-E5F2-951E-F79D-8E66917E0A46}"/>
              </a:ext>
            </a:extLst>
          </p:cNvPr>
          <p:cNvSpPr txBox="1">
            <a:spLocks/>
          </p:cNvSpPr>
          <p:nvPr/>
        </p:nvSpPr>
        <p:spPr>
          <a:xfrm>
            <a:off x="3479981" y="4732161"/>
            <a:ext cx="479425" cy="6096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/>
              <a:t>QFT</a:t>
            </a:r>
          </a:p>
        </p:txBody>
      </p:sp>
      <p:pic>
        <p:nvPicPr>
          <p:cNvPr id="7" name="Picture 6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E90DB3D4-A5E3-FA2F-1E4B-77C515FDC56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27"/>
          <a:stretch/>
        </p:blipFill>
        <p:spPr>
          <a:xfrm>
            <a:off x="7570251" y="1337997"/>
            <a:ext cx="4481892" cy="396470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EBF42F7-6D64-C34A-2F0D-8509A4065B03}"/>
              </a:ext>
            </a:extLst>
          </p:cNvPr>
          <p:cNvSpPr txBox="1">
            <a:spLocks/>
          </p:cNvSpPr>
          <p:nvPr/>
        </p:nvSpPr>
        <p:spPr>
          <a:xfrm>
            <a:off x="0" y="385868"/>
            <a:ext cx="12192000" cy="294845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u="sng" dirty="0"/>
              <a:t>Quantum Reconstruction algorithm:</a:t>
            </a:r>
            <a:r>
              <a:rPr lang="en-US" sz="2000" dirty="0"/>
              <a:t> Classical Overlap-Add</a:t>
            </a:r>
            <a:endParaRPr lang="en-US" sz="2000" u="sng" dirty="0"/>
          </a:p>
        </p:txBody>
      </p:sp>
      <p:sp>
        <p:nvSpPr>
          <p:cNvPr id="19" name="Right Arrow 18"/>
          <p:cNvSpPr/>
          <p:nvPr/>
        </p:nvSpPr>
        <p:spPr>
          <a:xfrm>
            <a:off x="6539619" y="3000062"/>
            <a:ext cx="964851" cy="330391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6D64897B-05DD-6B13-4D3F-14F7B90B7122}"/>
              </a:ext>
            </a:extLst>
          </p:cNvPr>
          <p:cNvSpPr txBox="1">
            <a:spLocks/>
          </p:cNvSpPr>
          <p:nvPr/>
        </p:nvSpPr>
        <p:spPr>
          <a:xfrm rot="16200000">
            <a:off x="2652419" y="2562163"/>
            <a:ext cx="1919341" cy="294845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/>
              <a:t>ELEMENT WISE PRODUCT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62B66575-AE56-6E91-19DA-86063D8B54CD}"/>
              </a:ext>
            </a:extLst>
          </p:cNvPr>
          <p:cNvSpPr txBox="1">
            <a:spLocks/>
          </p:cNvSpPr>
          <p:nvPr/>
        </p:nvSpPr>
        <p:spPr>
          <a:xfrm>
            <a:off x="9012377" y="942077"/>
            <a:ext cx="1597639" cy="215843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/>
              <a:t>OVERLAP ADD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21AA31C-DD80-A0D1-BC53-2F85DEE0EC8C}"/>
              </a:ext>
            </a:extLst>
          </p:cNvPr>
          <p:cNvSpPr txBox="1">
            <a:spLocks/>
          </p:cNvSpPr>
          <p:nvPr/>
        </p:nvSpPr>
        <p:spPr>
          <a:xfrm>
            <a:off x="8929079" y="5482780"/>
            <a:ext cx="1764234" cy="327333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dirty="0">
                <a:solidFill>
                  <a:srgbClr val="C00000"/>
                </a:solidFill>
              </a:rPr>
              <a:t>Classical </a:t>
            </a:r>
          </a:p>
          <a:p>
            <a:pPr algn="ctr"/>
            <a:r>
              <a:rPr lang="en-US" sz="1400" dirty="0">
                <a:solidFill>
                  <a:srgbClr val="C00000"/>
                </a:solidFill>
              </a:rPr>
              <a:t>Post-processing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6B7E2E-8441-4473-BB81-08165B8D5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66800" y="6326533"/>
            <a:ext cx="2971800" cy="531467"/>
          </a:xfrm>
        </p:spPr>
        <p:txBody>
          <a:bodyPr/>
          <a:lstStyle/>
          <a:p>
            <a:r>
              <a:rPr lang="en-US" dirty="0"/>
              <a:t>© 2025 DOLBY | UTS |  ICASSP</a:t>
            </a:r>
          </a:p>
        </p:txBody>
      </p:sp>
    </p:spTree>
    <p:extLst>
      <p:ext uri="{BB962C8B-B14F-4D97-AF65-F5344CB8AC3E}">
        <p14:creationId xmlns:p14="http://schemas.microsoft.com/office/powerpoint/2010/main" val="3939127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394"/>
    </mc:Choice>
    <mc:Fallback xmlns="">
      <p:transition spd="slow" advTm="30394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2F18B4-C74D-CCAC-BAA1-3BE6677DF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E4BA-6BAB-48D1-9DF9-DDE495E380E4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9" name="Picture 8" descr="A screenshot of a graph&#10;&#10;Description automatically generated">
            <a:extLst>
              <a:ext uri="{FF2B5EF4-FFF2-40B4-BE49-F238E27FC236}">
                <a16:creationId xmlns:a16="http://schemas.microsoft.com/office/drawing/2014/main" id="{41A650FC-AEEF-8764-585F-AC780C631F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705" y="1132491"/>
            <a:ext cx="10832589" cy="4593017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E7F9EC05-60C6-E46F-FE00-57205E468CC9}"/>
              </a:ext>
            </a:extLst>
          </p:cNvPr>
          <p:cNvSpPr txBox="1">
            <a:spLocks/>
          </p:cNvSpPr>
          <p:nvPr/>
        </p:nvSpPr>
        <p:spPr>
          <a:xfrm>
            <a:off x="0" y="385868"/>
            <a:ext cx="12192000" cy="294845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u="sng" dirty="0"/>
              <a:t>Quantum Reconstruction algorithm output: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D3816B9C-1CDC-18F4-78E7-55ADC4FE1946}"/>
              </a:ext>
            </a:extLst>
          </p:cNvPr>
          <p:cNvSpPr txBox="1">
            <a:spLocks/>
          </p:cNvSpPr>
          <p:nvPr/>
        </p:nvSpPr>
        <p:spPr>
          <a:xfrm>
            <a:off x="8044030" y="5716933"/>
            <a:ext cx="2046175" cy="6096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/>
              <a:t>Box car filter / Avg filter</a:t>
            </a:r>
          </a:p>
          <a:p>
            <a:pPr algn="ctr"/>
            <a:r>
              <a:rPr lang="en-US" sz="1400" dirty="0"/>
              <a:t>N = 3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5A572C9D-574E-A014-AA3F-4ABE816F1C50}"/>
              </a:ext>
            </a:extLst>
          </p:cNvPr>
          <p:cNvSpPr txBox="1">
            <a:spLocks/>
          </p:cNvSpPr>
          <p:nvPr/>
        </p:nvSpPr>
        <p:spPr>
          <a:xfrm>
            <a:off x="3808438" y="2957294"/>
            <a:ext cx="1764234" cy="327333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dirty="0">
                <a:solidFill>
                  <a:srgbClr val="C00000"/>
                </a:solidFill>
              </a:rPr>
              <a:t>What about Zeroes state ?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6124CD82-5EFF-E473-76DF-28458DF7F7A8}"/>
              </a:ext>
            </a:extLst>
          </p:cNvPr>
          <p:cNvSpPr txBox="1">
            <a:spLocks/>
          </p:cNvSpPr>
          <p:nvPr/>
        </p:nvSpPr>
        <p:spPr>
          <a:xfrm>
            <a:off x="3808438" y="4782097"/>
            <a:ext cx="1764234" cy="327333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dirty="0">
                <a:solidFill>
                  <a:srgbClr val="C00000"/>
                </a:solidFill>
              </a:rPr>
              <a:t>What about Negative amplitudes ?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0864F6AD-C0CA-C7AD-F816-1AB2A8B30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66800" y="6326533"/>
            <a:ext cx="2971800" cy="531467"/>
          </a:xfrm>
        </p:spPr>
        <p:txBody>
          <a:bodyPr/>
          <a:lstStyle/>
          <a:p>
            <a:r>
              <a:rPr lang="en-US" dirty="0"/>
              <a:t>© 2025 DOLBY | UTS |  ICASSP</a:t>
            </a:r>
          </a:p>
        </p:txBody>
      </p:sp>
    </p:spTree>
    <p:extLst>
      <p:ext uri="{BB962C8B-B14F-4D97-AF65-F5344CB8AC3E}">
        <p14:creationId xmlns:p14="http://schemas.microsoft.com/office/powerpoint/2010/main" val="3111219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914"/>
    </mc:Choice>
    <mc:Fallback xmlns="">
      <p:transition spd="slow" advTm="32914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blue and red graph&#10;&#10;Description automatically generated">
            <a:extLst>
              <a:ext uri="{FF2B5EF4-FFF2-40B4-BE49-F238E27FC236}">
                <a16:creationId xmlns:a16="http://schemas.microsoft.com/office/drawing/2014/main" id="{07C308A7-13B9-0603-C4F3-C39786C62E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78" b="11335"/>
          <a:stretch/>
        </p:blipFill>
        <p:spPr>
          <a:xfrm>
            <a:off x="2133765" y="2421815"/>
            <a:ext cx="7924469" cy="2067253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61A7BE-7D92-434E-979C-5BC85F00A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E4BA-6BAB-48D1-9DF9-DDE495E380E4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9" name="Picture 8" descr="A blue and red wave graph&#10;&#10;Description automatically generated">
            <a:extLst>
              <a:ext uri="{FF2B5EF4-FFF2-40B4-BE49-F238E27FC236}">
                <a16:creationId xmlns:a16="http://schemas.microsoft.com/office/drawing/2014/main" id="{3F67D846-5EA3-FF0D-CF18-9E08974B4E3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20" b="11371"/>
          <a:stretch/>
        </p:blipFill>
        <p:spPr>
          <a:xfrm>
            <a:off x="2133765" y="176214"/>
            <a:ext cx="7924469" cy="2075361"/>
          </a:xfrm>
          <a:prstGeom prst="rect">
            <a:avLst/>
          </a:prstGeom>
        </p:spPr>
      </p:pic>
      <p:pic>
        <p:nvPicPr>
          <p:cNvPr id="11" name="Picture 10" descr="A graph showing a curve&#10;&#10;Description automatically generated">
            <a:extLst>
              <a:ext uri="{FF2B5EF4-FFF2-40B4-BE49-F238E27FC236}">
                <a16:creationId xmlns:a16="http://schemas.microsoft.com/office/drawing/2014/main" id="{1D1E44B2-DA1A-F6E3-1FAE-AD892721D54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41" b="11750"/>
          <a:stretch/>
        </p:blipFill>
        <p:spPr>
          <a:xfrm>
            <a:off x="2133760" y="4659308"/>
            <a:ext cx="7924474" cy="207536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985A03F4-CAEB-16CF-5F42-DE48A97C98DD}"/>
              </a:ext>
            </a:extLst>
          </p:cNvPr>
          <p:cNvSpPr txBox="1">
            <a:spLocks/>
          </p:cNvSpPr>
          <p:nvPr/>
        </p:nvSpPr>
        <p:spPr>
          <a:xfrm>
            <a:off x="-63611" y="89491"/>
            <a:ext cx="12192000" cy="294845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/>
              <a:t>SINC FILTER (N = 8)</a:t>
            </a:r>
          </a:p>
        </p:txBody>
      </p:sp>
      <p:sp>
        <p:nvSpPr>
          <p:cNvPr id="13" name="Footer Placeholder 1">
            <a:extLst>
              <a:ext uri="{FF2B5EF4-FFF2-40B4-BE49-F238E27FC236}">
                <a16:creationId xmlns:a16="http://schemas.microsoft.com/office/drawing/2014/main" id="{49323FF9-BA7E-442E-CC03-AB7FAFBC0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66800" y="6326533"/>
            <a:ext cx="2971800" cy="531467"/>
          </a:xfrm>
        </p:spPr>
        <p:txBody>
          <a:bodyPr/>
          <a:lstStyle/>
          <a:p>
            <a:r>
              <a:rPr lang="en-US" dirty="0"/>
              <a:t>© 2024 DOLBY |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C5BB50-A5F6-390B-827A-FFA5BEB8AAF6}"/>
              </a:ext>
            </a:extLst>
          </p:cNvPr>
          <p:cNvSpPr txBox="1">
            <a:spLocks/>
          </p:cNvSpPr>
          <p:nvPr/>
        </p:nvSpPr>
        <p:spPr>
          <a:xfrm>
            <a:off x="9448801" y="5875869"/>
            <a:ext cx="2537390" cy="327333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600" dirty="0">
                <a:solidFill>
                  <a:srgbClr val="C00000"/>
                </a:solidFill>
              </a:rPr>
              <a:t># Implemented with </a:t>
            </a:r>
            <a:r>
              <a:rPr lang="en-US" sz="1600" dirty="0" err="1">
                <a:solidFill>
                  <a:srgbClr val="C00000"/>
                </a:solidFill>
              </a:rPr>
              <a:t>Qiskit</a:t>
            </a:r>
            <a:endParaRPr lang="en-US" sz="1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433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837"/>
    </mc:Choice>
    <mc:Fallback xmlns="">
      <p:transition spd="slow" advTm="25837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15F430-F1AC-36F0-A427-55662F765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6EB63-47CB-42A9-BE06-570AF14B67EA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E8865B-54C0-1FC1-73D1-1769BB242D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SUBROUTINE 2:</a:t>
            </a:r>
          </a:p>
          <a:p>
            <a:r>
              <a:rPr lang="en-US" dirty="0"/>
              <a:t>FILTER AS A UNITARY GATE</a:t>
            </a:r>
          </a:p>
          <a:p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544C4ADF-9D7F-F8C0-F834-1CCC2FBC6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66800" y="6326533"/>
            <a:ext cx="2971800" cy="531467"/>
          </a:xfrm>
        </p:spPr>
        <p:txBody>
          <a:bodyPr/>
          <a:lstStyle/>
          <a:p>
            <a:r>
              <a:rPr lang="en-US" dirty="0"/>
              <a:t>© 2025 DOLBY | UTS |  ICASSP</a:t>
            </a:r>
          </a:p>
        </p:txBody>
      </p:sp>
    </p:spTree>
    <p:extLst>
      <p:ext uri="{BB962C8B-B14F-4D97-AF65-F5344CB8AC3E}">
        <p14:creationId xmlns:p14="http://schemas.microsoft.com/office/powerpoint/2010/main" val="3219131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8"/>
    </mc:Choice>
    <mc:Fallback xmlns="">
      <p:transition spd="slow" advTm="20008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diagram of a diagram of a number of objects&#10;&#10;Description automatically generated with medium confidence">
            <a:extLst>
              <a:ext uri="{FF2B5EF4-FFF2-40B4-BE49-F238E27FC236}">
                <a16:creationId xmlns:a16="http://schemas.microsoft.com/office/drawing/2014/main" id="{FA3F0F63-E54E-5C77-88C3-3CBA6B65EE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9501" y="1349819"/>
            <a:ext cx="3730731" cy="117518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208E5159-E5F2-951E-F79D-8E66917E0A46}"/>
              </a:ext>
            </a:extLst>
          </p:cNvPr>
          <p:cNvSpPr txBox="1">
            <a:spLocks/>
          </p:cNvSpPr>
          <p:nvPr/>
        </p:nvSpPr>
        <p:spPr>
          <a:xfrm>
            <a:off x="7142247" y="1114020"/>
            <a:ext cx="418297" cy="233984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/>
              <a:t>QFT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EBF42F7-6D64-C34A-2F0D-8509A4065B03}"/>
              </a:ext>
            </a:extLst>
          </p:cNvPr>
          <p:cNvSpPr txBox="1">
            <a:spLocks/>
          </p:cNvSpPr>
          <p:nvPr/>
        </p:nvSpPr>
        <p:spPr>
          <a:xfrm>
            <a:off x="0" y="385868"/>
            <a:ext cx="12192000" cy="294845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/>
              <a:t>Subroutine 2: </a:t>
            </a:r>
            <a:r>
              <a:rPr lang="en-US" sz="2000" u="sng" dirty="0"/>
              <a:t>Quantum Convolution algorithm:</a:t>
            </a:r>
            <a:r>
              <a:rPr lang="en-US" sz="2000" dirty="0"/>
              <a:t> Filter as a Unitary Gate</a:t>
            </a:r>
            <a:endParaRPr lang="en-US" sz="2000" u="sng" dirty="0"/>
          </a:p>
        </p:txBody>
      </p:sp>
      <p:pic>
        <p:nvPicPr>
          <p:cNvPr id="21" name="Content Placeholder 6" descr="A graph of a number of different sizes&#10;&#10;Description automatically generated with medium confidence">
            <a:extLst>
              <a:ext uri="{FF2B5EF4-FFF2-40B4-BE49-F238E27FC236}">
                <a16:creationId xmlns:a16="http://schemas.microsoft.com/office/drawing/2014/main" id="{94D38327-AAD7-F803-AC9A-9339EF7A11A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346"/>
          <a:stretch/>
        </p:blipFill>
        <p:spPr>
          <a:xfrm>
            <a:off x="165416" y="2821022"/>
            <a:ext cx="2967168" cy="2533669"/>
          </a:xfrm>
          <a:prstGeom prst="rect">
            <a:avLst/>
          </a:prstGeom>
        </p:spPr>
      </p:pic>
      <p:pic>
        <p:nvPicPr>
          <p:cNvPr id="22" name="Content Placeholder 6" descr="A graph of a number of different sizes&#10;&#10;Description automatically generated with medium confidence">
            <a:extLst>
              <a:ext uri="{FF2B5EF4-FFF2-40B4-BE49-F238E27FC236}">
                <a16:creationId xmlns:a16="http://schemas.microsoft.com/office/drawing/2014/main" id="{9E543379-CB65-05F2-8CED-F8490B65E66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17"/>
          <a:stretch/>
        </p:blipFill>
        <p:spPr>
          <a:xfrm>
            <a:off x="9059418" y="2752623"/>
            <a:ext cx="2967168" cy="2501999"/>
          </a:xfrm>
          <a:prstGeom prst="rect">
            <a:avLst/>
          </a:prstGeom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C5B116F7-A4AC-D533-9AC6-818B7EA3DE18}"/>
              </a:ext>
            </a:extLst>
          </p:cNvPr>
          <p:cNvSpPr txBox="1">
            <a:spLocks/>
          </p:cNvSpPr>
          <p:nvPr/>
        </p:nvSpPr>
        <p:spPr>
          <a:xfrm>
            <a:off x="754955" y="2587038"/>
            <a:ext cx="2111908" cy="233984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/>
              <a:t>I/P: WINDOWED SIGNAL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78F7BE9E-EE6B-6E23-0187-DF84E2F16BF5}"/>
              </a:ext>
            </a:extLst>
          </p:cNvPr>
          <p:cNvSpPr txBox="1">
            <a:spLocks/>
          </p:cNvSpPr>
          <p:nvPr/>
        </p:nvSpPr>
        <p:spPr>
          <a:xfrm>
            <a:off x="9843715" y="2517116"/>
            <a:ext cx="1820849" cy="233984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/>
              <a:t>O/P: CONVOLUTION</a:t>
            </a:r>
          </a:p>
        </p:txBody>
      </p:sp>
      <p:pic>
        <p:nvPicPr>
          <p:cNvPr id="3" name="Picture 2" descr="A purple rectangular object with white text&#10;&#10;Description automatically generated">
            <a:extLst>
              <a:ext uri="{FF2B5EF4-FFF2-40B4-BE49-F238E27FC236}">
                <a16:creationId xmlns:a16="http://schemas.microsoft.com/office/drawing/2014/main" id="{B0DA74D8-F9EF-054C-2768-06FB122153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2584" y="3002007"/>
            <a:ext cx="5727700" cy="21717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AC62664-D346-AF2F-797A-0512F49F8E05}"/>
              </a:ext>
            </a:extLst>
          </p:cNvPr>
          <p:cNvSpPr txBox="1">
            <a:spLocks/>
          </p:cNvSpPr>
          <p:nvPr/>
        </p:nvSpPr>
        <p:spPr>
          <a:xfrm>
            <a:off x="7224276" y="3185048"/>
            <a:ext cx="670552" cy="193057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/>
              <a:t>FILTER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A6CDD45-599B-9553-A9E1-F283244A1FF8}"/>
              </a:ext>
            </a:extLst>
          </p:cNvPr>
          <p:cNvSpPr txBox="1">
            <a:spLocks/>
          </p:cNvSpPr>
          <p:nvPr/>
        </p:nvSpPr>
        <p:spPr>
          <a:xfrm>
            <a:off x="4434790" y="3134155"/>
            <a:ext cx="1487280" cy="294845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dirty="0"/>
              <a:t>WINDOWED STATE</a:t>
            </a:r>
          </a:p>
        </p:txBody>
      </p:sp>
      <p:sp>
        <p:nvSpPr>
          <p:cNvPr id="18" name="Notched Right Arrow 17">
            <a:extLst>
              <a:ext uri="{FF2B5EF4-FFF2-40B4-BE49-F238E27FC236}">
                <a16:creationId xmlns:a16="http://schemas.microsoft.com/office/drawing/2014/main" id="{09BC9270-8158-49C1-D764-F6D097CCB5DE}"/>
              </a:ext>
            </a:extLst>
          </p:cNvPr>
          <p:cNvSpPr/>
          <p:nvPr/>
        </p:nvSpPr>
        <p:spPr>
          <a:xfrm rot="5400000">
            <a:off x="8117742" y="2751385"/>
            <a:ext cx="559890" cy="325550"/>
          </a:xfrm>
          <a:prstGeom prst="notched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Notched Right Arrow 18">
            <a:extLst>
              <a:ext uri="{FF2B5EF4-FFF2-40B4-BE49-F238E27FC236}">
                <a16:creationId xmlns:a16="http://schemas.microsoft.com/office/drawing/2014/main" id="{4EC201DF-C688-60A0-CA55-A4E2DFE0A440}"/>
              </a:ext>
            </a:extLst>
          </p:cNvPr>
          <p:cNvSpPr/>
          <p:nvPr/>
        </p:nvSpPr>
        <p:spPr>
          <a:xfrm rot="5400000">
            <a:off x="6359937" y="2777609"/>
            <a:ext cx="559890" cy="325550"/>
          </a:xfrm>
          <a:prstGeom prst="notched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C702880-283A-2307-CEAC-125AAA2B473A}"/>
              </a:ext>
            </a:extLst>
          </p:cNvPr>
          <p:cNvCxnSpPr>
            <a:cxnSpLocks/>
          </p:cNvCxnSpPr>
          <p:nvPr/>
        </p:nvCxnSpPr>
        <p:spPr>
          <a:xfrm>
            <a:off x="7142247" y="4891957"/>
            <a:ext cx="0" cy="925467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11A8455-BB76-BA92-1F0C-68908C972BC2}"/>
              </a:ext>
            </a:extLst>
          </p:cNvPr>
          <p:cNvCxnSpPr>
            <a:cxnSpLocks/>
          </p:cNvCxnSpPr>
          <p:nvPr/>
        </p:nvCxnSpPr>
        <p:spPr>
          <a:xfrm>
            <a:off x="7322264" y="4904696"/>
            <a:ext cx="0" cy="925467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AA41D2D-0A66-0956-3E22-7ADC19A50F40}"/>
              </a:ext>
            </a:extLst>
          </p:cNvPr>
          <p:cNvCxnSpPr>
            <a:cxnSpLocks/>
          </p:cNvCxnSpPr>
          <p:nvPr/>
        </p:nvCxnSpPr>
        <p:spPr>
          <a:xfrm>
            <a:off x="7559552" y="4909483"/>
            <a:ext cx="0" cy="925467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FB0A239-B619-F486-3F19-0EAC2BE626C9}"/>
              </a:ext>
            </a:extLst>
          </p:cNvPr>
          <p:cNvCxnSpPr>
            <a:cxnSpLocks/>
          </p:cNvCxnSpPr>
          <p:nvPr/>
        </p:nvCxnSpPr>
        <p:spPr>
          <a:xfrm>
            <a:off x="7799416" y="4904696"/>
            <a:ext cx="0" cy="925467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itle 1">
            <a:extLst>
              <a:ext uri="{FF2B5EF4-FFF2-40B4-BE49-F238E27FC236}">
                <a16:creationId xmlns:a16="http://schemas.microsoft.com/office/drawing/2014/main" id="{87B24903-50A1-2D87-5AF3-79F0E6647157}"/>
              </a:ext>
            </a:extLst>
          </p:cNvPr>
          <p:cNvSpPr txBox="1">
            <a:spLocks/>
          </p:cNvSpPr>
          <p:nvPr/>
        </p:nvSpPr>
        <p:spPr>
          <a:xfrm>
            <a:off x="7142247" y="5878450"/>
            <a:ext cx="670552" cy="193057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/>
              <a:t>ANCILLA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222139E4-9BE8-E768-682E-99094DCC6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66800" y="6326533"/>
            <a:ext cx="2971800" cy="531467"/>
          </a:xfrm>
        </p:spPr>
        <p:txBody>
          <a:bodyPr/>
          <a:lstStyle/>
          <a:p>
            <a:r>
              <a:rPr lang="en-US" dirty="0"/>
              <a:t>© 2025 DOLBY | UTS |  ICASSP</a:t>
            </a:r>
          </a:p>
        </p:txBody>
      </p:sp>
    </p:spTree>
    <p:extLst>
      <p:ext uri="{BB962C8B-B14F-4D97-AF65-F5344CB8AC3E}">
        <p14:creationId xmlns:p14="http://schemas.microsoft.com/office/powerpoint/2010/main" val="1539087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788"/>
    </mc:Choice>
    <mc:Fallback xmlns="">
      <p:transition spd="slow" advTm="46788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3151A8-4FC2-947D-F333-9F1325551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E4BA-6BAB-48D1-9DF9-DDE495E380E4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617266-3376-7930-6AE9-776A46F8E858}"/>
              </a:ext>
            </a:extLst>
          </p:cNvPr>
          <p:cNvSpPr txBox="1"/>
          <p:nvPr/>
        </p:nvSpPr>
        <p:spPr>
          <a:xfrm>
            <a:off x="6035040" y="6618514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1200" dirty="0" err="1"/>
          </a:p>
        </p:txBody>
      </p:sp>
      <p:pic>
        <p:nvPicPr>
          <p:cNvPr id="16" name="Picture 15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C0D1F05D-39E9-C857-2898-EC81FF044F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3" y="2498332"/>
            <a:ext cx="11643353" cy="1663335"/>
          </a:xfrm>
          <a:prstGeom prst="rect">
            <a:avLst/>
          </a:prstGeom>
        </p:spPr>
      </p:pic>
      <p:pic>
        <p:nvPicPr>
          <p:cNvPr id="19" name="Picture 18" descr="A drawing of letters and arrows&#10;&#10;Description automatically generated">
            <a:extLst>
              <a:ext uri="{FF2B5EF4-FFF2-40B4-BE49-F238E27FC236}">
                <a16:creationId xmlns:a16="http://schemas.microsoft.com/office/drawing/2014/main" id="{7ABCAB90-71F7-21BC-3DB0-F8C2250927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2609" y="201047"/>
            <a:ext cx="2923448" cy="1799045"/>
          </a:xfrm>
          <a:prstGeom prst="rect">
            <a:avLst/>
          </a:prstGeom>
        </p:spPr>
      </p:pic>
      <p:sp>
        <p:nvSpPr>
          <p:cNvPr id="28" name="Bent Arrow 27">
            <a:extLst>
              <a:ext uri="{FF2B5EF4-FFF2-40B4-BE49-F238E27FC236}">
                <a16:creationId xmlns:a16="http://schemas.microsoft.com/office/drawing/2014/main" id="{116F31AF-23BB-670B-6477-53CF4F8FFE59}"/>
              </a:ext>
            </a:extLst>
          </p:cNvPr>
          <p:cNvSpPr/>
          <p:nvPr/>
        </p:nvSpPr>
        <p:spPr>
          <a:xfrm rot="5400000">
            <a:off x="3930757" y="1137148"/>
            <a:ext cx="940674" cy="1630680"/>
          </a:xfrm>
          <a:prstGeom prst="bentArrow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200" dirty="0" err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010A6540-78D7-3C49-2C21-C07DA57F618B}"/>
              </a:ext>
            </a:extLst>
          </p:cNvPr>
          <p:cNvSpPr txBox="1">
            <a:spLocks/>
          </p:cNvSpPr>
          <p:nvPr/>
        </p:nvSpPr>
        <p:spPr>
          <a:xfrm>
            <a:off x="2766872" y="4659907"/>
            <a:ext cx="6658254" cy="327333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600" dirty="0">
                <a:solidFill>
                  <a:srgbClr val="C00000"/>
                </a:solidFill>
              </a:rPr>
              <a:t>1. For N qubit window register we need N+1 ancillas to handle Block encoding. Total 2N+1 Qubits</a:t>
            </a:r>
          </a:p>
          <a:p>
            <a:pPr algn="ctr"/>
            <a:endParaRPr lang="en-US" sz="1600" dirty="0">
              <a:solidFill>
                <a:srgbClr val="C00000"/>
              </a:solidFill>
            </a:endParaRPr>
          </a:p>
          <a:p>
            <a:pPr algn="ctr"/>
            <a:r>
              <a:rPr lang="en-US" sz="1600" dirty="0">
                <a:solidFill>
                  <a:srgbClr val="C00000"/>
                </a:solidFill>
              </a:rPr>
              <a:t>2. Size of the Block encoded Unitary matrix would be:</a:t>
            </a:r>
          </a:p>
          <a:p>
            <a:pPr algn="ctr"/>
            <a:r>
              <a:rPr lang="en-US" sz="1600" dirty="0">
                <a:solidFill>
                  <a:srgbClr val="C00000"/>
                </a:solidFill>
              </a:rPr>
              <a:t>(2exp(2N+1) x 2exp(2N+1)) </a:t>
            </a:r>
          </a:p>
          <a:p>
            <a:pPr algn="ctr"/>
            <a:endParaRPr lang="en-US" sz="1600" dirty="0">
              <a:solidFill>
                <a:srgbClr val="C00000"/>
              </a:solidFill>
            </a:endParaRPr>
          </a:p>
          <a:p>
            <a:pPr algn="ctr"/>
            <a:r>
              <a:rPr lang="en-US" sz="1600" dirty="0">
                <a:solidFill>
                  <a:srgbClr val="C00000"/>
                </a:solidFill>
              </a:rPr>
              <a:t>3. Depth of circuit scales very rapidly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61D690A7-70D9-02A7-1915-BD89557495BC}"/>
              </a:ext>
            </a:extLst>
          </p:cNvPr>
          <p:cNvSpPr txBox="1">
            <a:spLocks/>
          </p:cNvSpPr>
          <p:nvPr/>
        </p:nvSpPr>
        <p:spPr>
          <a:xfrm>
            <a:off x="992777" y="604306"/>
            <a:ext cx="5007428" cy="327333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600" b="1" u="sng" dirty="0">
                <a:solidFill>
                  <a:srgbClr val="C00000"/>
                </a:solidFill>
              </a:rPr>
              <a:t>BLOCK ENCODING:</a:t>
            </a:r>
          </a:p>
          <a:p>
            <a:pPr algn="ctr"/>
            <a:endParaRPr lang="en-US" sz="1600" dirty="0">
              <a:solidFill>
                <a:srgbClr val="C00000"/>
              </a:solidFill>
            </a:endParaRPr>
          </a:p>
          <a:p>
            <a:pPr marL="342900" indent="-342900">
              <a:buAutoNum type="arabicPeriod"/>
            </a:pPr>
            <a:r>
              <a:rPr lang="en-US" sz="1600" dirty="0">
                <a:solidFill>
                  <a:srgbClr val="C00000"/>
                </a:solidFill>
              </a:rPr>
              <a:t>Linear Combination of </a:t>
            </a:r>
            <a:r>
              <a:rPr lang="en-US" sz="1600" dirty="0" err="1">
                <a:solidFill>
                  <a:srgbClr val="C00000"/>
                </a:solidFill>
              </a:rPr>
              <a:t>Unitaries</a:t>
            </a:r>
            <a:r>
              <a:rPr lang="en-US" sz="1600" dirty="0">
                <a:solidFill>
                  <a:srgbClr val="C00000"/>
                </a:solidFill>
              </a:rPr>
              <a:t> (LCU)</a:t>
            </a:r>
          </a:p>
          <a:p>
            <a:pPr marL="342900" indent="-342900">
              <a:buAutoNum type="arabicPeriod"/>
            </a:pPr>
            <a:endParaRPr lang="en-US" sz="1600" dirty="0">
              <a:solidFill>
                <a:srgbClr val="C00000"/>
              </a:solidFill>
            </a:endParaRPr>
          </a:p>
          <a:p>
            <a:pPr marL="342900" indent="-342900">
              <a:buAutoNum type="arabicPeriod"/>
            </a:pPr>
            <a:r>
              <a:rPr lang="en-US" sz="1600" dirty="0">
                <a:solidFill>
                  <a:srgbClr val="C00000"/>
                </a:solidFill>
              </a:rPr>
              <a:t>Matrix Access Oracles</a:t>
            </a:r>
          </a:p>
        </p:txBody>
      </p:sp>
      <p:sp>
        <p:nvSpPr>
          <p:cNvPr id="31" name="Right Arrow 30">
            <a:extLst>
              <a:ext uri="{FF2B5EF4-FFF2-40B4-BE49-F238E27FC236}">
                <a16:creationId xmlns:a16="http://schemas.microsoft.com/office/drawing/2014/main" id="{5335E9D7-8527-7080-AD1F-43E9C8A1F598}"/>
              </a:ext>
            </a:extLst>
          </p:cNvPr>
          <p:cNvSpPr/>
          <p:nvPr/>
        </p:nvSpPr>
        <p:spPr>
          <a:xfrm>
            <a:off x="5079926" y="858254"/>
            <a:ext cx="2032146" cy="484632"/>
          </a:xfrm>
          <a:prstGeom prst="rightArrow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200" dirty="0" err="1">
              <a:latin typeface="+mj-lt"/>
            </a:endParaRP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7D1A8B28-102D-6089-4556-15A17B8B44B8}"/>
              </a:ext>
            </a:extLst>
          </p:cNvPr>
          <p:cNvSpPr txBox="1">
            <a:spLocks/>
          </p:cNvSpPr>
          <p:nvPr/>
        </p:nvSpPr>
        <p:spPr>
          <a:xfrm>
            <a:off x="4691465" y="2342405"/>
            <a:ext cx="7456991" cy="327333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600" dirty="0">
                <a:solidFill>
                  <a:srgbClr val="C00000"/>
                </a:solidFill>
              </a:rPr>
              <a:t># Matrix and Gate Decomposition generated with </a:t>
            </a:r>
            <a:r>
              <a:rPr lang="en-US" sz="1600" dirty="0" err="1">
                <a:solidFill>
                  <a:srgbClr val="C00000"/>
                </a:solidFill>
              </a:rPr>
              <a:t>Pennylane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C1605C8B-1345-C804-E929-8A01609C9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66800" y="6326533"/>
            <a:ext cx="2971800" cy="531467"/>
          </a:xfrm>
        </p:spPr>
        <p:txBody>
          <a:bodyPr/>
          <a:lstStyle/>
          <a:p>
            <a:r>
              <a:rPr lang="en-US" dirty="0"/>
              <a:t>© 2025 DOLBY | UTS |  ICASSP</a:t>
            </a:r>
          </a:p>
        </p:txBody>
      </p:sp>
    </p:spTree>
    <p:extLst>
      <p:ext uri="{BB962C8B-B14F-4D97-AF65-F5344CB8AC3E}">
        <p14:creationId xmlns:p14="http://schemas.microsoft.com/office/powerpoint/2010/main" val="1370614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815"/>
    </mc:Choice>
    <mc:Fallback xmlns="">
      <p:transition spd="slow" advTm="31815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ight Arrow 7">
            <a:extLst>
              <a:ext uri="{FF2B5EF4-FFF2-40B4-BE49-F238E27FC236}">
                <a16:creationId xmlns:a16="http://schemas.microsoft.com/office/drawing/2014/main" id="{46604274-EC56-FB25-EBBA-AF78D17E32B2}"/>
              </a:ext>
            </a:extLst>
          </p:cNvPr>
          <p:cNvSpPr/>
          <p:nvPr/>
        </p:nvSpPr>
        <p:spPr>
          <a:xfrm rot="5400000">
            <a:off x="5473335" y="3522885"/>
            <a:ext cx="1245326" cy="330391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5DF434F-D1B8-6F6B-8DD2-26098D65E20B}"/>
              </a:ext>
            </a:extLst>
          </p:cNvPr>
          <p:cNvSpPr txBox="1">
            <a:spLocks/>
          </p:cNvSpPr>
          <p:nvPr/>
        </p:nvSpPr>
        <p:spPr>
          <a:xfrm>
            <a:off x="6261194" y="3609704"/>
            <a:ext cx="2160267" cy="3048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/>
              <a:t>GATE PREPARATION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D84C26B-3B62-3395-B023-142D2C3E4E46}"/>
              </a:ext>
            </a:extLst>
          </p:cNvPr>
          <p:cNvCxnSpPr>
            <a:cxnSpLocks/>
          </p:cNvCxnSpPr>
          <p:nvPr/>
        </p:nvCxnSpPr>
        <p:spPr>
          <a:xfrm>
            <a:off x="6088775" y="5712823"/>
            <a:ext cx="0" cy="731519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le 1">
            <a:extLst>
              <a:ext uri="{FF2B5EF4-FFF2-40B4-BE49-F238E27FC236}">
                <a16:creationId xmlns:a16="http://schemas.microsoft.com/office/drawing/2014/main" id="{34D0F556-1C06-69EB-4547-924CC23E2471}"/>
              </a:ext>
            </a:extLst>
          </p:cNvPr>
          <p:cNvSpPr txBox="1">
            <a:spLocks/>
          </p:cNvSpPr>
          <p:nvPr/>
        </p:nvSpPr>
        <p:spPr>
          <a:xfrm>
            <a:off x="5760722" y="6492240"/>
            <a:ext cx="670552" cy="193057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dirty="0"/>
              <a:t>ANCILLA QUBITS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814A0AE-58D0-3C6A-92FC-3A2879E602F5}"/>
              </a:ext>
            </a:extLst>
          </p:cNvPr>
          <p:cNvCxnSpPr>
            <a:cxnSpLocks/>
          </p:cNvCxnSpPr>
          <p:nvPr/>
        </p:nvCxnSpPr>
        <p:spPr>
          <a:xfrm>
            <a:off x="6256496" y="5714916"/>
            <a:ext cx="0" cy="731519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4DF10E6-05FF-E781-A360-D19AD5D95CB0}"/>
              </a:ext>
            </a:extLst>
          </p:cNvPr>
          <p:cNvCxnSpPr>
            <a:cxnSpLocks/>
          </p:cNvCxnSpPr>
          <p:nvPr/>
        </p:nvCxnSpPr>
        <p:spPr>
          <a:xfrm>
            <a:off x="5912772" y="5712823"/>
            <a:ext cx="0" cy="731519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7DEBB89-C418-EA19-3C5D-73DDA283F0F8}"/>
              </a:ext>
            </a:extLst>
          </p:cNvPr>
          <p:cNvCxnSpPr>
            <a:cxnSpLocks/>
          </p:cNvCxnSpPr>
          <p:nvPr/>
        </p:nvCxnSpPr>
        <p:spPr>
          <a:xfrm>
            <a:off x="5760722" y="5712823"/>
            <a:ext cx="0" cy="731519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628C360-94C5-464D-61DE-1A4A5ACD9AD4}"/>
              </a:ext>
            </a:extLst>
          </p:cNvPr>
          <p:cNvCxnSpPr>
            <a:cxnSpLocks/>
          </p:cNvCxnSpPr>
          <p:nvPr/>
        </p:nvCxnSpPr>
        <p:spPr>
          <a:xfrm>
            <a:off x="6431274" y="5712823"/>
            <a:ext cx="0" cy="731519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purple rectangular object with white text&#10;&#10;Description automatically generated">
            <a:extLst>
              <a:ext uri="{FF2B5EF4-FFF2-40B4-BE49-F238E27FC236}">
                <a16:creationId xmlns:a16="http://schemas.microsoft.com/office/drawing/2014/main" id="{A2103048-5DEA-C101-CEE8-8831F859AA3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18" b="12690"/>
          <a:stretch/>
        </p:blipFill>
        <p:spPr>
          <a:xfrm>
            <a:off x="1810544" y="4310744"/>
            <a:ext cx="5727700" cy="157649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BAD0017-F35C-25AC-7B53-FEC5C7EEFBD8}"/>
              </a:ext>
            </a:extLst>
          </p:cNvPr>
          <p:cNvSpPr/>
          <p:nvPr/>
        </p:nvSpPr>
        <p:spPr>
          <a:xfrm>
            <a:off x="3177941" y="365760"/>
            <a:ext cx="5948642" cy="257773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6142210-1E39-4022-7EE1-2A8CE3E4975A}"/>
              </a:ext>
            </a:extLst>
          </p:cNvPr>
          <p:cNvSpPr/>
          <p:nvPr/>
        </p:nvSpPr>
        <p:spPr>
          <a:xfrm>
            <a:off x="3445815" y="537998"/>
            <a:ext cx="2650185" cy="114994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DBC67-6F8A-FC07-0814-3C5F44187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5048" y="555417"/>
            <a:ext cx="5831983" cy="2290354"/>
          </a:xfrm>
        </p:spPr>
        <p:txBody>
          <a:bodyPr/>
          <a:lstStyle/>
          <a:p>
            <a:r>
              <a:rPr lang="en-AU" b="1" dirty="0"/>
              <a:t>     ([[ 0.3333,  0.0000,  0.0000,  0.0000, …………, -0.3776,  0.1394,  0.7503],</a:t>
            </a:r>
            <a:br>
              <a:rPr lang="en-AU" b="1" dirty="0"/>
            </a:br>
            <a:r>
              <a:rPr lang="en-AU" b="1" dirty="0"/>
              <a:t>        [ 0.0000,  0.3333,  0.0000,  0.0000, …………, -0.3514,  0.7863, -0.3151],</a:t>
            </a:r>
            <a:br>
              <a:rPr lang="en-AU" b="1" dirty="0"/>
            </a:br>
            <a:r>
              <a:rPr lang="en-AU" b="1" dirty="0"/>
              <a:t>        [ 0.0000,  0.0000,  0.0000,  0.0000, …………,  0.0544, -0.1298,  0.2198],</a:t>
            </a:r>
            <a:br>
              <a:rPr lang="en-AU" b="1" dirty="0"/>
            </a:br>
            <a:r>
              <a:rPr lang="en-AU" b="1" dirty="0"/>
              <a:t>        [0.0000,  0.0000 , 0.0000 ,  0.0000, …………,  0.1570,  0.1965,  0.3183],</a:t>
            </a:r>
            <a:br>
              <a:rPr lang="en-AU" b="1" dirty="0"/>
            </a:br>
            <a:r>
              <a:rPr lang="en-AU" b="1" dirty="0"/>
              <a:t>        […………, …………, ……..…,…………, …………,  0.1901,  0.1798,  0.2232],</a:t>
            </a:r>
            <a:br>
              <a:rPr lang="en-AU" b="1" dirty="0"/>
            </a:br>
            <a:r>
              <a:rPr lang="en-AU" b="1" dirty="0"/>
              <a:t>        [-0.2569, -0.0261,  0.0393,  0.4411, …………, -0.6622, -0.1665,  0.1433],</a:t>
            </a:r>
            <a:br>
              <a:rPr lang="en-AU" b="1" dirty="0"/>
            </a:br>
            <a:r>
              <a:rPr lang="en-AU" b="1" dirty="0"/>
              <a:t>        [ 0.0738,  0.8639,  0.0356,  0.2536,  …………,  0.2981, -0.0821,  0.2532],</a:t>
            </a:r>
            <a:br>
              <a:rPr lang="en-AU" b="1" dirty="0"/>
            </a:br>
            <a:r>
              <a:rPr lang="en-AU" b="1" dirty="0"/>
              <a:t>        [-0.1664,  0.3514, -0.4111, -0.4157, …………, -0.3780, -0.4900, -0.2319]],</a:t>
            </a:r>
            <a:endParaRPr lang="en-US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3151A8-4FC2-947D-F333-9F1325551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E4BA-6BAB-48D1-9DF9-DDE495E380E4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5FED3230-B5A9-F62A-37AA-1805852BAF05}"/>
              </a:ext>
            </a:extLst>
          </p:cNvPr>
          <p:cNvSpPr/>
          <p:nvPr/>
        </p:nvSpPr>
        <p:spPr>
          <a:xfrm>
            <a:off x="2187596" y="784038"/>
            <a:ext cx="1245326" cy="330391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6D22AB4-D3F3-CD73-D086-FC2A6ECDEF4A}"/>
              </a:ext>
            </a:extLst>
          </p:cNvPr>
          <p:cNvSpPr txBox="1">
            <a:spLocks/>
          </p:cNvSpPr>
          <p:nvPr/>
        </p:nvSpPr>
        <p:spPr>
          <a:xfrm>
            <a:off x="563086" y="836021"/>
            <a:ext cx="1624510" cy="226424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600" dirty="0"/>
              <a:t>QFT of FILTER VECTOR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617266-3376-7930-6AE9-776A46F8E858}"/>
              </a:ext>
            </a:extLst>
          </p:cNvPr>
          <p:cNvSpPr txBox="1"/>
          <p:nvPr/>
        </p:nvSpPr>
        <p:spPr>
          <a:xfrm>
            <a:off x="6035040" y="6618514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1200" dirty="0" err="1"/>
          </a:p>
        </p:txBody>
      </p:sp>
      <p:sp>
        <p:nvSpPr>
          <p:cNvPr id="2" name="Right Arrow 1">
            <a:extLst>
              <a:ext uri="{FF2B5EF4-FFF2-40B4-BE49-F238E27FC236}">
                <a16:creationId xmlns:a16="http://schemas.microsoft.com/office/drawing/2014/main" id="{A1A5F64F-4E84-E010-1B5D-6492CD866B2E}"/>
              </a:ext>
            </a:extLst>
          </p:cNvPr>
          <p:cNvSpPr/>
          <p:nvPr/>
        </p:nvSpPr>
        <p:spPr>
          <a:xfrm rot="16200000">
            <a:off x="752679" y="1744817"/>
            <a:ext cx="1245326" cy="330391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A9D3C5D-F7B8-DE53-D435-D4802A5B8E40}"/>
              </a:ext>
            </a:extLst>
          </p:cNvPr>
          <p:cNvSpPr txBox="1">
            <a:spLocks/>
          </p:cNvSpPr>
          <p:nvPr/>
        </p:nvSpPr>
        <p:spPr>
          <a:xfrm>
            <a:off x="563087" y="2671721"/>
            <a:ext cx="1624510" cy="226424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/>
              <a:t>FILTER VECTOR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89284925-E747-BDA1-73ED-1E59F5072ADD}"/>
              </a:ext>
            </a:extLst>
          </p:cNvPr>
          <p:cNvSpPr txBox="1">
            <a:spLocks/>
          </p:cNvSpPr>
          <p:nvPr/>
        </p:nvSpPr>
        <p:spPr>
          <a:xfrm>
            <a:off x="9561741" y="1296057"/>
            <a:ext cx="2160267" cy="3048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/>
              <a:t>2 ELEMENT FILTER VECTOR EXAMPLE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2D1E8A3D-8E00-B4A9-386C-B3504B1B3538}"/>
              </a:ext>
            </a:extLst>
          </p:cNvPr>
          <p:cNvSpPr txBox="1">
            <a:spLocks/>
          </p:cNvSpPr>
          <p:nvPr/>
        </p:nvSpPr>
        <p:spPr>
          <a:xfrm>
            <a:off x="4060" y="3358745"/>
            <a:ext cx="3612968" cy="327333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600" dirty="0">
                <a:solidFill>
                  <a:srgbClr val="C00000"/>
                </a:solidFill>
              </a:rPr>
              <a:t>TODO: QSP and QSVT on filter vector encoded block unitary matrix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9D86B6B-3FB0-36D5-BCC4-0A4F59BFEE9B}"/>
              </a:ext>
            </a:extLst>
          </p:cNvPr>
          <p:cNvSpPr txBox="1">
            <a:spLocks/>
          </p:cNvSpPr>
          <p:nvPr/>
        </p:nvSpPr>
        <p:spPr>
          <a:xfrm>
            <a:off x="9139476" y="2677124"/>
            <a:ext cx="766362" cy="266373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600" dirty="0">
                <a:solidFill>
                  <a:srgbClr val="C00000"/>
                </a:solidFill>
              </a:rPr>
              <a:t>(32x32)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8865AD7A-F1C0-BB0A-B68B-D0CAF0C2FE50}"/>
              </a:ext>
            </a:extLst>
          </p:cNvPr>
          <p:cNvSpPr txBox="1">
            <a:spLocks/>
          </p:cNvSpPr>
          <p:nvPr/>
        </p:nvSpPr>
        <p:spPr>
          <a:xfrm>
            <a:off x="7840776" y="5098992"/>
            <a:ext cx="1851864" cy="327333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dirty="0">
                <a:solidFill>
                  <a:srgbClr val="C00000"/>
                </a:solidFill>
              </a:rPr>
              <a:t># Probability factor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C9367D17-EF86-77C5-6F58-B07397863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66800" y="6326533"/>
            <a:ext cx="2971800" cy="531467"/>
          </a:xfrm>
        </p:spPr>
        <p:txBody>
          <a:bodyPr/>
          <a:lstStyle/>
          <a:p>
            <a:r>
              <a:rPr lang="en-US" dirty="0"/>
              <a:t>© 2025 DOLBY | UTS |  ICASSP</a:t>
            </a:r>
          </a:p>
        </p:txBody>
      </p:sp>
    </p:spTree>
    <p:extLst>
      <p:ext uri="{BB962C8B-B14F-4D97-AF65-F5344CB8AC3E}">
        <p14:creationId xmlns:p14="http://schemas.microsoft.com/office/powerpoint/2010/main" val="2561841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4186"/>
    </mc:Choice>
    <mc:Fallback xmlns="">
      <p:transition spd="slow" advTm="44186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with a red line&#10;&#10;Description automatically generated">
            <a:extLst>
              <a:ext uri="{FF2B5EF4-FFF2-40B4-BE49-F238E27FC236}">
                <a16:creationId xmlns:a16="http://schemas.microsoft.com/office/drawing/2014/main" id="{B9636028-BC10-47CA-DD6D-E7504380639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41" b="10741"/>
          <a:stretch/>
        </p:blipFill>
        <p:spPr>
          <a:xfrm>
            <a:off x="2209799" y="4528333"/>
            <a:ext cx="8715595" cy="1944904"/>
          </a:xfrm>
          <a:prstGeom prst="rect">
            <a:avLst/>
          </a:prstGeom>
        </p:spPr>
      </p:pic>
      <p:pic>
        <p:nvPicPr>
          <p:cNvPr id="10" name="Picture 9" descr="A graph with a red line&#10;&#10;Description automatically generated">
            <a:extLst>
              <a:ext uri="{FF2B5EF4-FFF2-40B4-BE49-F238E27FC236}">
                <a16:creationId xmlns:a16="http://schemas.microsoft.com/office/drawing/2014/main" id="{CECB09FF-EC27-C991-63CC-F11680C8635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41" b="10741"/>
          <a:stretch/>
        </p:blipFill>
        <p:spPr>
          <a:xfrm>
            <a:off x="2209799" y="437419"/>
            <a:ext cx="8715595" cy="1944904"/>
          </a:xfrm>
          <a:prstGeom prst="rect">
            <a:avLst/>
          </a:prstGeom>
        </p:spPr>
      </p:pic>
      <p:pic>
        <p:nvPicPr>
          <p:cNvPr id="4" name="Picture 3" descr="A graph with a line&#10;&#10;Description automatically generated">
            <a:extLst>
              <a:ext uri="{FF2B5EF4-FFF2-40B4-BE49-F238E27FC236}">
                <a16:creationId xmlns:a16="http://schemas.microsoft.com/office/drawing/2014/main" id="{937446E9-E2B8-56B4-CFFA-2E3A559FA47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43" b="9238"/>
          <a:stretch/>
        </p:blipFill>
        <p:spPr>
          <a:xfrm>
            <a:off x="2209799" y="2557427"/>
            <a:ext cx="8715591" cy="1944904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EBF42F7-6D64-C34A-2F0D-8509A4065B03}"/>
              </a:ext>
            </a:extLst>
          </p:cNvPr>
          <p:cNvSpPr txBox="1">
            <a:spLocks/>
          </p:cNvSpPr>
          <p:nvPr/>
        </p:nvSpPr>
        <p:spPr>
          <a:xfrm>
            <a:off x="0" y="116572"/>
            <a:ext cx="12192000" cy="294845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u="sng" dirty="0"/>
              <a:t>Quantum Convolution algorithm:</a:t>
            </a:r>
            <a:r>
              <a:rPr lang="en-US" sz="2000" dirty="0"/>
              <a:t> Filter as a Unitary Gate Plots</a:t>
            </a:r>
            <a:endParaRPr lang="en-US" sz="2000" u="sng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59F0F7F-B79F-9BA7-8A40-5A177A87930A}"/>
              </a:ext>
            </a:extLst>
          </p:cNvPr>
          <p:cNvSpPr txBox="1">
            <a:spLocks/>
          </p:cNvSpPr>
          <p:nvPr/>
        </p:nvSpPr>
        <p:spPr>
          <a:xfrm>
            <a:off x="0" y="1237165"/>
            <a:ext cx="2490651" cy="1944904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rgbClr val="C00000"/>
                </a:solidFill>
              </a:rPr>
              <a:t># 16 length window/filter</a:t>
            </a:r>
          </a:p>
          <a:p>
            <a:r>
              <a:rPr lang="en-US" sz="1600" dirty="0">
                <a:solidFill>
                  <a:srgbClr val="C00000"/>
                </a:solidFill>
              </a:rPr>
              <a:t> </a:t>
            </a:r>
          </a:p>
          <a:p>
            <a:r>
              <a:rPr lang="en-US" sz="1600" dirty="0">
                <a:solidFill>
                  <a:srgbClr val="C00000"/>
                </a:solidFill>
              </a:rPr>
              <a:t># Padded to 32</a:t>
            </a:r>
          </a:p>
          <a:p>
            <a:endParaRPr lang="en-US" sz="1600" dirty="0">
              <a:solidFill>
                <a:srgbClr val="C00000"/>
              </a:solidFill>
            </a:endParaRPr>
          </a:p>
          <a:p>
            <a:r>
              <a:rPr lang="en-US" sz="1600" dirty="0">
                <a:solidFill>
                  <a:srgbClr val="C00000"/>
                </a:solidFill>
              </a:rPr>
              <a:t># i.e. 5 Qubits</a:t>
            </a:r>
          </a:p>
          <a:p>
            <a:endParaRPr lang="en-US" sz="1600" dirty="0">
              <a:solidFill>
                <a:srgbClr val="C00000"/>
              </a:solidFill>
            </a:endParaRPr>
          </a:p>
          <a:p>
            <a:r>
              <a:rPr lang="en-US" sz="1600" dirty="0">
                <a:solidFill>
                  <a:srgbClr val="C00000"/>
                </a:solidFill>
              </a:rPr>
              <a:t># Matrix: (2048 x 2048)</a:t>
            </a:r>
          </a:p>
          <a:p>
            <a:endParaRPr lang="en-US" sz="1600" dirty="0">
              <a:solidFill>
                <a:srgbClr val="C00000"/>
              </a:solidFill>
            </a:endParaRPr>
          </a:p>
          <a:p>
            <a:r>
              <a:rPr lang="en-US" sz="1600" dirty="0">
                <a:solidFill>
                  <a:srgbClr val="C00000"/>
                </a:solidFill>
              </a:rPr>
              <a:t># ETA: 1.5 </a:t>
            </a:r>
            <a:r>
              <a:rPr lang="en-US" sz="1600" dirty="0" err="1">
                <a:solidFill>
                  <a:srgbClr val="C00000"/>
                </a:solidFill>
              </a:rPr>
              <a:t>Hr</a:t>
            </a:r>
            <a:endParaRPr lang="en-US" sz="1600" dirty="0">
              <a:solidFill>
                <a:srgbClr val="C00000"/>
              </a:solidFill>
            </a:endParaRPr>
          </a:p>
          <a:p>
            <a:endParaRPr lang="en-US" sz="1600" dirty="0">
              <a:solidFill>
                <a:srgbClr val="C00000"/>
              </a:solidFill>
            </a:endParaRPr>
          </a:p>
          <a:p>
            <a:r>
              <a:rPr lang="en-US" sz="1600" dirty="0">
                <a:solidFill>
                  <a:srgbClr val="C00000"/>
                </a:solidFill>
              </a:rPr>
              <a:t># PRO: We can calculate the matrix beforehand.</a:t>
            </a:r>
          </a:p>
          <a:p>
            <a:endParaRPr lang="en-US" sz="1600" dirty="0">
              <a:solidFill>
                <a:srgbClr val="C00000"/>
              </a:solidFill>
            </a:endParaRPr>
          </a:p>
          <a:p>
            <a:endParaRPr lang="en-US" sz="1600" dirty="0">
              <a:solidFill>
                <a:srgbClr val="C00000"/>
              </a:solidFill>
            </a:endParaRPr>
          </a:p>
          <a:p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5A2EEE1-26D0-E4B6-4174-9AF0E5AAC3FE}"/>
              </a:ext>
            </a:extLst>
          </p:cNvPr>
          <p:cNvSpPr txBox="1">
            <a:spLocks/>
          </p:cNvSpPr>
          <p:nvPr/>
        </p:nvSpPr>
        <p:spPr>
          <a:xfrm>
            <a:off x="98634" y="4652936"/>
            <a:ext cx="2335943" cy="327333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600" dirty="0">
                <a:solidFill>
                  <a:srgbClr val="C00000"/>
                </a:solidFill>
              </a:rPr>
              <a:t>TODO: More Efficient Unitary PREP. (Sparse matrices, Structured matrices </a:t>
            </a:r>
            <a:r>
              <a:rPr lang="en-US" sz="1600" dirty="0" err="1">
                <a:solidFill>
                  <a:srgbClr val="C00000"/>
                </a:solidFill>
              </a:rPr>
              <a:t>etc</a:t>
            </a:r>
            <a:r>
              <a:rPr lang="en-US" sz="1600" dirty="0">
                <a:solidFill>
                  <a:srgbClr val="C00000"/>
                </a:solidFill>
              </a:rPr>
              <a:t>)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D7F06D5-F347-5C02-6A0A-6739BF7ABAA3}"/>
              </a:ext>
            </a:extLst>
          </p:cNvPr>
          <p:cNvSpPr txBox="1">
            <a:spLocks/>
          </p:cNvSpPr>
          <p:nvPr/>
        </p:nvSpPr>
        <p:spPr>
          <a:xfrm>
            <a:off x="2367504" y="6499239"/>
            <a:ext cx="7456991" cy="327333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600" dirty="0">
                <a:solidFill>
                  <a:srgbClr val="C00000"/>
                </a:solidFill>
              </a:rPr>
              <a:t># Implemented with own quantum simulator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67CA50A-3A57-6FAB-7FDA-FBE7A6DDA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66800" y="6326533"/>
            <a:ext cx="2971800" cy="531467"/>
          </a:xfrm>
        </p:spPr>
        <p:txBody>
          <a:bodyPr/>
          <a:lstStyle/>
          <a:p>
            <a:r>
              <a:rPr lang="en-US" dirty="0"/>
              <a:t>© 2025 DOLBY | UTS |  ICASSP</a:t>
            </a:r>
          </a:p>
        </p:txBody>
      </p:sp>
    </p:spTree>
    <p:extLst>
      <p:ext uri="{BB962C8B-B14F-4D97-AF65-F5344CB8AC3E}">
        <p14:creationId xmlns:p14="http://schemas.microsoft.com/office/powerpoint/2010/main" val="2917182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307"/>
    </mc:Choice>
    <mc:Fallback xmlns="">
      <p:transition spd="slow" advTm="48307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15F430-F1AC-36F0-A427-55662F765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6EB63-47CB-42A9-BE06-570AF14B67EA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E8865B-54C0-1FC1-73D1-1769BB242D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SUBROUTINE 3:</a:t>
            </a:r>
          </a:p>
          <a:p>
            <a:r>
              <a:rPr lang="en-US" dirty="0"/>
              <a:t>QUANTUM OVERLAP—ADD CIRCUIT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55D7B32E-FE84-1F0F-1217-9E74A52E1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66800" y="6326533"/>
            <a:ext cx="2971800" cy="531467"/>
          </a:xfrm>
        </p:spPr>
        <p:txBody>
          <a:bodyPr/>
          <a:lstStyle/>
          <a:p>
            <a:r>
              <a:rPr lang="en-US" dirty="0"/>
              <a:t>© 2025 DOLBY | UTS |  ICASSP</a:t>
            </a:r>
          </a:p>
        </p:txBody>
      </p:sp>
    </p:spTree>
    <p:extLst>
      <p:ext uri="{BB962C8B-B14F-4D97-AF65-F5344CB8AC3E}">
        <p14:creationId xmlns:p14="http://schemas.microsoft.com/office/powerpoint/2010/main" val="2070710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363"/>
    </mc:Choice>
    <mc:Fallback xmlns="">
      <p:transition spd="slow" advTm="16363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6" descr="A diagram of a circuit board&#10;&#10;Description automatically generated">
            <a:extLst>
              <a:ext uri="{FF2B5EF4-FFF2-40B4-BE49-F238E27FC236}">
                <a16:creationId xmlns:a16="http://schemas.microsoft.com/office/drawing/2014/main" id="{3C31F901-D307-1499-E08C-AEA4EEDD9D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4" y="1049998"/>
            <a:ext cx="6526305" cy="3657600"/>
          </a:xfrm>
        </p:spPr>
      </p:pic>
      <p:sp>
        <p:nvSpPr>
          <p:cNvPr id="26" name="Notched Right Arrow 25"/>
          <p:cNvSpPr/>
          <p:nvPr/>
        </p:nvSpPr>
        <p:spPr>
          <a:xfrm rot="16200000">
            <a:off x="2455580" y="4384365"/>
            <a:ext cx="806694" cy="325548"/>
          </a:xfrm>
          <a:prstGeom prst="notched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Picture 11" descr="A diagram of a diagram of a number of objects&#10;&#10;Description automatically generated with medium confidence">
            <a:extLst>
              <a:ext uri="{FF2B5EF4-FFF2-40B4-BE49-F238E27FC236}">
                <a16:creationId xmlns:a16="http://schemas.microsoft.com/office/drawing/2014/main" id="{FA3F0F63-E54E-5C77-88C3-3CBA6B65EE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905" y="5040175"/>
            <a:ext cx="4609594" cy="145202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095C3DB-8F78-CC4D-663D-99E5FEA32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219234" y="1850662"/>
            <a:ext cx="1527026" cy="212798"/>
          </a:xfrm>
        </p:spPr>
        <p:txBody>
          <a:bodyPr/>
          <a:lstStyle/>
          <a:p>
            <a:pPr algn="ctr"/>
            <a:r>
              <a:rPr lang="en-US" sz="1200" dirty="0"/>
              <a:t>WINDOWED STATE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B81B393-0838-07FD-17E3-6C6736CA9C49}"/>
              </a:ext>
            </a:extLst>
          </p:cNvPr>
          <p:cNvSpPr txBox="1">
            <a:spLocks/>
          </p:cNvSpPr>
          <p:nvPr/>
        </p:nvSpPr>
        <p:spPr>
          <a:xfrm>
            <a:off x="1431026" y="4097998"/>
            <a:ext cx="670552" cy="17185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/>
              <a:t>FILTER</a:t>
            </a:r>
          </a:p>
        </p:txBody>
      </p:sp>
      <p:sp>
        <p:nvSpPr>
          <p:cNvPr id="14" name="Notched Right Arrow 13">
            <a:extLst>
              <a:ext uri="{FF2B5EF4-FFF2-40B4-BE49-F238E27FC236}">
                <a16:creationId xmlns:a16="http://schemas.microsoft.com/office/drawing/2014/main" id="{9D1F6DF9-8025-EF2F-ECBF-B258077174CC}"/>
              </a:ext>
            </a:extLst>
          </p:cNvPr>
          <p:cNvSpPr/>
          <p:nvPr/>
        </p:nvSpPr>
        <p:spPr>
          <a:xfrm rot="16200000">
            <a:off x="3635210" y="3648713"/>
            <a:ext cx="2203802" cy="325550"/>
          </a:xfrm>
          <a:prstGeom prst="notched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208E5159-E5F2-951E-F79D-8E66917E0A46}"/>
              </a:ext>
            </a:extLst>
          </p:cNvPr>
          <p:cNvSpPr txBox="1">
            <a:spLocks/>
          </p:cNvSpPr>
          <p:nvPr/>
        </p:nvSpPr>
        <p:spPr>
          <a:xfrm>
            <a:off x="3479981" y="4732161"/>
            <a:ext cx="479425" cy="6096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/>
              <a:t>QFT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EBF42F7-6D64-C34A-2F0D-8509A4065B03}"/>
              </a:ext>
            </a:extLst>
          </p:cNvPr>
          <p:cNvSpPr txBox="1">
            <a:spLocks/>
          </p:cNvSpPr>
          <p:nvPr/>
        </p:nvSpPr>
        <p:spPr>
          <a:xfrm>
            <a:off x="0" y="385868"/>
            <a:ext cx="12192000" cy="294845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/>
              <a:t>Quantum Overlap-Add</a:t>
            </a:r>
            <a:endParaRPr lang="en-US" sz="2000" u="sng" dirty="0"/>
          </a:p>
        </p:txBody>
      </p:sp>
      <p:sp>
        <p:nvSpPr>
          <p:cNvPr id="19" name="Right Arrow 18"/>
          <p:cNvSpPr/>
          <p:nvPr/>
        </p:nvSpPr>
        <p:spPr>
          <a:xfrm>
            <a:off x="6539619" y="3000062"/>
            <a:ext cx="964851" cy="330391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6D64897B-05DD-6B13-4D3F-14F7B90B7122}"/>
              </a:ext>
            </a:extLst>
          </p:cNvPr>
          <p:cNvSpPr txBox="1">
            <a:spLocks/>
          </p:cNvSpPr>
          <p:nvPr/>
        </p:nvSpPr>
        <p:spPr>
          <a:xfrm rot="16200000">
            <a:off x="2652419" y="2562163"/>
            <a:ext cx="1919341" cy="294845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/>
              <a:t>ELEMENT WISE PRODUCT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62B66575-AE56-6E91-19DA-86063D8B54CD}"/>
              </a:ext>
            </a:extLst>
          </p:cNvPr>
          <p:cNvSpPr txBox="1">
            <a:spLocks/>
          </p:cNvSpPr>
          <p:nvPr/>
        </p:nvSpPr>
        <p:spPr>
          <a:xfrm>
            <a:off x="8678250" y="1706614"/>
            <a:ext cx="2625441" cy="215843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/>
              <a:t>QUANTUM OVERLAP ADD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21AA31C-DD80-A0D1-BC53-2F85DEE0EC8C}"/>
              </a:ext>
            </a:extLst>
          </p:cNvPr>
          <p:cNvSpPr txBox="1">
            <a:spLocks/>
          </p:cNvSpPr>
          <p:nvPr/>
        </p:nvSpPr>
        <p:spPr>
          <a:xfrm>
            <a:off x="8929079" y="4266230"/>
            <a:ext cx="1764234" cy="327333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dirty="0">
                <a:solidFill>
                  <a:srgbClr val="C00000"/>
                </a:solidFill>
              </a:rPr>
              <a:t>Quantum</a:t>
            </a:r>
          </a:p>
          <a:p>
            <a:pPr algn="ctr"/>
            <a:r>
              <a:rPr lang="en-US" sz="1400" dirty="0">
                <a:solidFill>
                  <a:srgbClr val="C00000"/>
                </a:solidFill>
              </a:rPr>
              <a:t>Post-processing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534BBA-7624-D63C-336D-6D453D98A938}"/>
              </a:ext>
            </a:extLst>
          </p:cNvPr>
          <p:cNvSpPr txBox="1"/>
          <p:nvPr/>
        </p:nvSpPr>
        <p:spPr>
          <a:xfrm>
            <a:off x="9039497" y="49638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1200" dirty="0" err="1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DE0BA792-8DB3-4446-FD80-7F0F02AD2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66800" y="6326533"/>
            <a:ext cx="2971800" cy="531467"/>
          </a:xfrm>
        </p:spPr>
        <p:txBody>
          <a:bodyPr/>
          <a:lstStyle/>
          <a:p>
            <a:r>
              <a:rPr lang="en-US" dirty="0"/>
              <a:t>© 2025 DOLBY | UTS |  ICASSP</a:t>
            </a:r>
          </a:p>
        </p:txBody>
      </p:sp>
      <p:pic>
        <p:nvPicPr>
          <p:cNvPr id="25" name="Picture 24" descr="A computer screen shot of a computer&#10;&#10;Description automatically generated">
            <a:extLst>
              <a:ext uri="{FF2B5EF4-FFF2-40B4-BE49-F238E27FC236}">
                <a16:creationId xmlns:a16="http://schemas.microsoft.com/office/drawing/2014/main" id="{0B6F8D1D-A053-457D-421C-DED9E190278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26" t="6397" b="5727"/>
          <a:stretch/>
        </p:blipFill>
        <p:spPr>
          <a:xfrm>
            <a:off x="7581756" y="2162585"/>
            <a:ext cx="4458880" cy="1838322"/>
          </a:xfrm>
          <a:prstGeom prst="rect">
            <a:avLst/>
          </a:prstGeom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B5634CDD-2E46-A846-CDB3-D2A5ECCC62E0}"/>
              </a:ext>
            </a:extLst>
          </p:cNvPr>
          <p:cNvSpPr txBox="1">
            <a:spLocks/>
          </p:cNvSpPr>
          <p:nvPr/>
        </p:nvSpPr>
        <p:spPr>
          <a:xfrm>
            <a:off x="8340212" y="5033429"/>
            <a:ext cx="3134883" cy="1251714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600" dirty="0">
                <a:solidFill>
                  <a:srgbClr val="C00000"/>
                </a:solidFill>
              </a:rPr>
              <a:t># For N qubit window convolution outputs each we need total N+2 Qubits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210DBE33-4416-BC5D-990C-F9593CF1AB81}"/>
              </a:ext>
            </a:extLst>
          </p:cNvPr>
          <p:cNvSpPr txBox="1">
            <a:spLocks/>
          </p:cNvSpPr>
          <p:nvPr/>
        </p:nvSpPr>
        <p:spPr>
          <a:xfrm>
            <a:off x="7702458" y="422395"/>
            <a:ext cx="2349235" cy="327333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dirty="0">
                <a:solidFill>
                  <a:srgbClr val="C00000"/>
                </a:solidFill>
              </a:rPr>
              <a:t># Probabilistic Algorithm</a:t>
            </a:r>
          </a:p>
        </p:txBody>
      </p:sp>
    </p:spTree>
    <p:extLst>
      <p:ext uri="{BB962C8B-B14F-4D97-AF65-F5344CB8AC3E}">
        <p14:creationId xmlns:p14="http://schemas.microsoft.com/office/powerpoint/2010/main" val="1736925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996"/>
    </mc:Choice>
    <mc:Fallback xmlns="">
      <p:transition spd="slow" advTm="18996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screen shot of a computer&#10;&#10;Description automatically generated">
            <a:extLst>
              <a:ext uri="{FF2B5EF4-FFF2-40B4-BE49-F238E27FC236}">
                <a16:creationId xmlns:a16="http://schemas.microsoft.com/office/drawing/2014/main" id="{C0EE540F-042F-2ACD-AF3C-5B1A0966248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26" t="6397" b="5727"/>
          <a:stretch/>
        </p:blipFill>
        <p:spPr>
          <a:xfrm rot="5400000">
            <a:off x="1664422" y="1727750"/>
            <a:ext cx="5002152" cy="206230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EBF42F7-6D64-C34A-2F0D-8509A4065B03}"/>
              </a:ext>
            </a:extLst>
          </p:cNvPr>
          <p:cNvSpPr txBox="1">
            <a:spLocks/>
          </p:cNvSpPr>
          <p:nvPr/>
        </p:nvSpPr>
        <p:spPr>
          <a:xfrm>
            <a:off x="0" y="65377"/>
            <a:ext cx="12192000" cy="294845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/>
              <a:t>Overlap-Add Circuit Example for 4 qubits</a:t>
            </a:r>
            <a:endParaRPr lang="en-US" sz="2000" u="sng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7BFF172-9311-41A8-3856-04083378F78E}"/>
              </a:ext>
            </a:extLst>
          </p:cNvPr>
          <p:cNvSpPr txBox="1">
            <a:spLocks/>
          </p:cNvSpPr>
          <p:nvPr/>
        </p:nvSpPr>
        <p:spPr>
          <a:xfrm>
            <a:off x="5965054" y="849884"/>
            <a:ext cx="3515470" cy="327333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dirty="0">
                <a:solidFill>
                  <a:srgbClr val="C00000"/>
                </a:solidFill>
              </a:rPr>
              <a:t>1. [a1, a2, a3, a4]           </a:t>
            </a:r>
            <a:r>
              <a:rPr lang="en-US" sz="1400" dirty="0">
                <a:solidFill>
                  <a:srgbClr val="00B050"/>
                </a:solidFill>
              </a:rPr>
              <a:t>[b1, b2, b3, b4]</a:t>
            </a: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9222741-3F5F-5578-5CB4-40C25FC961CA}"/>
              </a:ext>
            </a:extLst>
          </p:cNvPr>
          <p:cNvSpPr txBox="1">
            <a:spLocks/>
          </p:cNvSpPr>
          <p:nvPr/>
        </p:nvSpPr>
        <p:spPr>
          <a:xfrm>
            <a:off x="5968161" y="1322157"/>
            <a:ext cx="3515470" cy="327333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dirty="0">
                <a:solidFill>
                  <a:srgbClr val="C00000"/>
                </a:solidFill>
              </a:rPr>
              <a:t>2. [a1, a2, a3, a4, </a:t>
            </a:r>
            <a:r>
              <a:rPr lang="en-US" sz="1400" dirty="0">
                <a:solidFill>
                  <a:srgbClr val="00B050"/>
                </a:solidFill>
              </a:rPr>
              <a:t>b1, b2, b3, b4]</a:t>
            </a: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61295D5-70DA-551C-BDD2-EB9AD667AE61}"/>
              </a:ext>
            </a:extLst>
          </p:cNvPr>
          <p:cNvSpPr txBox="1">
            <a:spLocks/>
          </p:cNvSpPr>
          <p:nvPr/>
        </p:nvSpPr>
        <p:spPr>
          <a:xfrm>
            <a:off x="5426054" y="1891934"/>
            <a:ext cx="4599687" cy="53482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dirty="0">
                <a:solidFill>
                  <a:srgbClr val="C00000"/>
                </a:solidFill>
              </a:rPr>
              <a:t>3. [a1, a2, a3, a4, </a:t>
            </a:r>
            <a:r>
              <a:rPr lang="en-US" sz="1400" dirty="0">
                <a:solidFill>
                  <a:srgbClr val="00B050"/>
                </a:solidFill>
              </a:rPr>
              <a:t>b1, b2, b3, b4 , </a:t>
            </a:r>
          </a:p>
          <a:p>
            <a:pPr algn="ctr"/>
            <a:endParaRPr lang="en-US" sz="1400" dirty="0">
              <a:solidFill>
                <a:srgbClr val="00B050"/>
              </a:solidFill>
            </a:endParaRPr>
          </a:p>
          <a:p>
            <a:pPr algn="ctr"/>
            <a:r>
              <a:rPr lang="en-US" sz="1400" dirty="0">
                <a:solidFill>
                  <a:schemeClr val="accent4"/>
                </a:solidFill>
              </a:rPr>
              <a:t>  0,   0,   0,   0,   0,   0,   0 ,  0 ]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8014C15-1DC4-3392-8A35-A94D333BC47F}"/>
              </a:ext>
            </a:extLst>
          </p:cNvPr>
          <p:cNvSpPr txBox="1">
            <a:spLocks/>
          </p:cNvSpPr>
          <p:nvPr/>
        </p:nvSpPr>
        <p:spPr>
          <a:xfrm>
            <a:off x="5426053" y="3284293"/>
            <a:ext cx="4599687" cy="53482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dirty="0">
                <a:solidFill>
                  <a:srgbClr val="C00000"/>
                </a:solidFill>
              </a:rPr>
              <a:t>4. [a1, a2, a3, a4,</a:t>
            </a:r>
            <a:r>
              <a:rPr lang="en-US" sz="1400" dirty="0">
                <a:solidFill>
                  <a:srgbClr val="00B050"/>
                </a:solidFill>
              </a:rPr>
              <a:t>  </a:t>
            </a:r>
            <a:r>
              <a:rPr lang="en-US" sz="1400" dirty="0">
                <a:solidFill>
                  <a:schemeClr val="accent4"/>
                </a:solidFill>
              </a:rPr>
              <a:t>0,   0,   0,   0,</a:t>
            </a:r>
            <a:r>
              <a:rPr lang="en-US" sz="1400" dirty="0">
                <a:solidFill>
                  <a:srgbClr val="00B050"/>
                </a:solidFill>
              </a:rPr>
              <a:t> </a:t>
            </a:r>
          </a:p>
          <a:p>
            <a:pPr algn="ctr"/>
            <a:endParaRPr lang="en-US" sz="1400" dirty="0">
              <a:solidFill>
                <a:srgbClr val="00B050"/>
              </a:solidFill>
            </a:endParaRPr>
          </a:p>
          <a:p>
            <a:pPr algn="ctr"/>
            <a:r>
              <a:rPr lang="en-US" sz="1400" dirty="0">
                <a:solidFill>
                  <a:schemeClr val="accent4"/>
                </a:solidFill>
              </a:rPr>
              <a:t>        0,   0,   0 ,  0</a:t>
            </a:r>
            <a:r>
              <a:rPr lang="en-US" sz="1400" dirty="0">
                <a:solidFill>
                  <a:srgbClr val="00B050"/>
                </a:solidFill>
              </a:rPr>
              <a:t>   b1, b2, b3, b4</a:t>
            </a:r>
            <a:r>
              <a:rPr lang="en-US" sz="1400" dirty="0">
                <a:solidFill>
                  <a:schemeClr val="accent4"/>
                </a:solidFill>
              </a:rPr>
              <a:t>]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AF20563-9769-0154-DFEB-83FD908E1DAA}"/>
              </a:ext>
            </a:extLst>
          </p:cNvPr>
          <p:cNvSpPr txBox="1">
            <a:spLocks/>
          </p:cNvSpPr>
          <p:nvPr/>
        </p:nvSpPr>
        <p:spPr>
          <a:xfrm>
            <a:off x="5426053" y="4102423"/>
            <a:ext cx="4599687" cy="53482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dirty="0">
                <a:solidFill>
                  <a:srgbClr val="C00000"/>
                </a:solidFill>
              </a:rPr>
              <a:t>5. [a1, a2, a3, a4,</a:t>
            </a:r>
            <a:r>
              <a:rPr lang="en-US" sz="1400" dirty="0">
                <a:solidFill>
                  <a:srgbClr val="00B050"/>
                </a:solidFill>
              </a:rPr>
              <a:t>   </a:t>
            </a:r>
            <a:r>
              <a:rPr lang="en-US" sz="1400" dirty="0">
                <a:solidFill>
                  <a:schemeClr val="accent4"/>
                </a:solidFill>
              </a:rPr>
              <a:t>0,   0,   0,   0,</a:t>
            </a:r>
            <a:r>
              <a:rPr lang="en-US" sz="1400" dirty="0">
                <a:solidFill>
                  <a:srgbClr val="00B050"/>
                </a:solidFill>
              </a:rPr>
              <a:t> </a:t>
            </a:r>
          </a:p>
          <a:p>
            <a:pPr algn="ctr"/>
            <a:endParaRPr lang="en-US" sz="1400" dirty="0">
              <a:solidFill>
                <a:srgbClr val="00B050"/>
              </a:solidFill>
            </a:endParaRPr>
          </a:p>
          <a:p>
            <a:pPr algn="ctr"/>
            <a:r>
              <a:rPr lang="en-US" sz="1400" dirty="0">
                <a:solidFill>
                  <a:schemeClr val="accent4"/>
                </a:solidFill>
              </a:rPr>
              <a:t>        0,   0, </a:t>
            </a:r>
            <a:r>
              <a:rPr lang="en-US" sz="1400" dirty="0">
                <a:solidFill>
                  <a:srgbClr val="00B050"/>
                </a:solidFill>
              </a:rPr>
              <a:t>b1, b2, b3, b4, </a:t>
            </a:r>
            <a:r>
              <a:rPr lang="en-US" sz="1400" dirty="0">
                <a:solidFill>
                  <a:schemeClr val="accent4"/>
                </a:solidFill>
              </a:rPr>
              <a:t>0 ,  0</a:t>
            </a:r>
            <a:r>
              <a:rPr lang="en-US" sz="1400" dirty="0">
                <a:solidFill>
                  <a:srgbClr val="00B050"/>
                </a:solidFill>
              </a:rPr>
              <a:t> </a:t>
            </a:r>
            <a:r>
              <a:rPr lang="en-US" sz="1400" dirty="0">
                <a:solidFill>
                  <a:schemeClr val="accent4"/>
                </a:solidFill>
              </a:rPr>
              <a:t>]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AD018D3-D6A7-0D0A-D29D-1668F7472838}"/>
              </a:ext>
            </a:extLst>
          </p:cNvPr>
          <p:cNvSpPr txBox="1">
            <a:spLocks/>
          </p:cNvSpPr>
          <p:nvPr/>
        </p:nvSpPr>
        <p:spPr>
          <a:xfrm>
            <a:off x="5521064" y="4903346"/>
            <a:ext cx="4599687" cy="53482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dirty="0">
                <a:solidFill>
                  <a:srgbClr val="C00000"/>
                </a:solidFill>
              </a:rPr>
              <a:t>6. [a1, a2, a3</a:t>
            </a:r>
            <a:r>
              <a:rPr lang="en-US" sz="1400" dirty="0">
                <a:solidFill>
                  <a:srgbClr val="00B050"/>
                </a:solidFill>
              </a:rPr>
              <a:t> + b1</a:t>
            </a:r>
            <a:r>
              <a:rPr lang="en-US" sz="1400" dirty="0">
                <a:solidFill>
                  <a:srgbClr val="C00000"/>
                </a:solidFill>
              </a:rPr>
              <a:t>, a4</a:t>
            </a:r>
            <a:r>
              <a:rPr lang="en-US" sz="1400" dirty="0">
                <a:solidFill>
                  <a:srgbClr val="00B050"/>
                </a:solidFill>
              </a:rPr>
              <a:t> + b2</a:t>
            </a:r>
            <a:r>
              <a:rPr lang="en-US" sz="1400" dirty="0">
                <a:solidFill>
                  <a:srgbClr val="C00000"/>
                </a:solidFill>
              </a:rPr>
              <a:t>,</a:t>
            </a:r>
            <a:r>
              <a:rPr lang="en-US" sz="1400" dirty="0">
                <a:solidFill>
                  <a:srgbClr val="00B050"/>
                </a:solidFill>
              </a:rPr>
              <a:t>   </a:t>
            </a:r>
            <a:r>
              <a:rPr lang="en-US" sz="1400" dirty="0">
                <a:solidFill>
                  <a:schemeClr val="accent4"/>
                </a:solidFill>
              </a:rPr>
              <a:t>0 + </a:t>
            </a:r>
            <a:r>
              <a:rPr lang="en-US" sz="1400" dirty="0">
                <a:solidFill>
                  <a:srgbClr val="00B050"/>
                </a:solidFill>
              </a:rPr>
              <a:t>b3</a:t>
            </a:r>
            <a:r>
              <a:rPr lang="en-US" sz="1400" dirty="0">
                <a:solidFill>
                  <a:schemeClr val="accent4"/>
                </a:solidFill>
              </a:rPr>
              <a:t>,   0</a:t>
            </a:r>
            <a:r>
              <a:rPr lang="en-US" sz="1400" dirty="0">
                <a:solidFill>
                  <a:srgbClr val="00B050"/>
                </a:solidFill>
              </a:rPr>
              <a:t> + b4</a:t>
            </a:r>
            <a:r>
              <a:rPr lang="en-US" sz="1400" dirty="0">
                <a:solidFill>
                  <a:schemeClr val="accent4"/>
                </a:solidFill>
              </a:rPr>
              <a:t>,   0,   0,</a:t>
            </a:r>
            <a:r>
              <a:rPr lang="en-US" sz="1400" dirty="0">
                <a:solidFill>
                  <a:srgbClr val="00B050"/>
                </a:solidFill>
              </a:rPr>
              <a:t> </a:t>
            </a:r>
          </a:p>
          <a:p>
            <a:pPr algn="ctr"/>
            <a:endParaRPr lang="en-US" sz="1400" dirty="0">
              <a:solidFill>
                <a:srgbClr val="00B050"/>
              </a:solidFill>
            </a:endParaRPr>
          </a:p>
          <a:p>
            <a:r>
              <a:rPr lang="en-US" sz="1400" dirty="0">
                <a:solidFill>
                  <a:srgbClr val="C00000"/>
                </a:solidFill>
              </a:rPr>
              <a:t>          a1, a2, a3</a:t>
            </a:r>
            <a:r>
              <a:rPr lang="en-US" sz="1400" dirty="0">
                <a:solidFill>
                  <a:srgbClr val="00B050"/>
                </a:solidFill>
              </a:rPr>
              <a:t> -  b1</a:t>
            </a:r>
            <a:r>
              <a:rPr lang="en-US" sz="1400" dirty="0">
                <a:solidFill>
                  <a:srgbClr val="C00000"/>
                </a:solidFill>
              </a:rPr>
              <a:t>, a4</a:t>
            </a:r>
            <a:r>
              <a:rPr lang="en-US" sz="1400" dirty="0">
                <a:solidFill>
                  <a:srgbClr val="00B050"/>
                </a:solidFill>
              </a:rPr>
              <a:t> -  b2</a:t>
            </a:r>
            <a:r>
              <a:rPr lang="en-US" sz="1400" dirty="0">
                <a:solidFill>
                  <a:srgbClr val="C00000"/>
                </a:solidFill>
              </a:rPr>
              <a:t>,</a:t>
            </a:r>
            <a:r>
              <a:rPr lang="en-US" sz="1400" dirty="0">
                <a:solidFill>
                  <a:srgbClr val="00B050"/>
                </a:solidFill>
              </a:rPr>
              <a:t>    </a:t>
            </a:r>
            <a:r>
              <a:rPr lang="en-US" sz="1400" dirty="0">
                <a:solidFill>
                  <a:schemeClr val="accent4"/>
                </a:solidFill>
              </a:rPr>
              <a:t>0 - </a:t>
            </a:r>
            <a:r>
              <a:rPr lang="en-US" sz="1400" dirty="0">
                <a:solidFill>
                  <a:srgbClr val="00B050"/>
                </a:solidFill>
              </a:rPr>
              <a:t>b3</a:t>
            </a:r>
            <a:r>
              <a:rPr lang="en-US" sz="1400" dirty="0">
                <a:solidFill>
                  <a:schemeClr val="accent4"/>
                </a:solidFill>
              </a:rPr>
              <a:t>,    0</a:t>
            </a:r>
            <a:r>
              <a:rPr lang="en-US" sz="1400" dirty="0">
                <a:solidFill>
                  <a:srgbClr val="00B050"/>
                </a:solidFill>
              </a:rPr>
              <a:t> -  b4,   </a:t>
            </a:r>
            <a:r>
              <a:rPr lang="en-US" sz="1400" dirty="0">
                <a:solidFill>
                  <a:schemeClr val="accent4"/>
                </a:solidFill>
              </a:rPr>
              <a:t>0,  0  ]</a:t>
            </a:r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304BE3D5-2136-D648-5C44-1B4B5EFA5501}"/>
              </a:ext>
            </a:extLst>
          </p:cNvPr>
          <p:cNvSpPr/>
          <p:nvPr/>
        </p:nvSpPr>
        <p:spPr>
          <a:xfrm>
            <a:off x="5167443" y="1806875"/>
            <a:ext cx="1166949" cy="375316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</a:rPr>
              <a:t>ENCODE</a:t>
            </a:r>
            <a:endParaRPr lang="en-IN" sz="1200" b="1" dirty="0">
              <a:solidFill>
                <a:prstClr val="white"/>
              </a:solidFill>
            </a:endParaRPr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4EE5222C-F972-87E8-A2CB-16057A2BAF5A}"/>
              </a:ext>
            </a:extLst>
          </p:cNvPr>
          <p:cNvSpPr/>
          <p:nvPr/>
        </p:nvSpPr>
        <p:spPr>
          <a:xfrm>
            <a:off x="4270604" y="3467218"/>
            <a:ext cx="2269533" cy="375316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</a:rPr>
              <a:t>SPLIT</a:t>
            </a:r>
            <a:endParaRPr lang="en-IN" sz="1200" b="1" dirty="0">
              <a:solidFill>
                <a:prstClr val="white"/>
              </a:solidFill>
            </a:endParaRPr>
          </a:p>
        </p:txBody>
      </p:sp>
      <p:sp>
        <p:nvSpPr>
          <p:cNvPr id="23" name="Right Arrow 22">
            <a:extLst>
              <a:ext uri="{FF2B5EF4-FFF2-40B4-BE49-F238E27FC236}">
                <a16:creationId xmlns:a16="http://schemas.microsoft.com/office/drawing/2014/main" id="{A20FD36B-90EF-687B-11EA-5CA9EBD009B4}"/>
              </a:ext>
            </a:extLst>
          </p:cNvPr>
          <p:cNvSpPr/>
          <p:nvPr/>
        </p:nvSpPr>
        <p:spPr>
          <a:xfrm>
            <a:off x="5167442" y="4122775"/>
            <a:ext cx="1166949" cy="375316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</a:rPr>
              <a:t>SLIDE</a:t>
            </a:r>
            <a:endParaRPr lang="en-IN" sz="1200" b="1" dirty="0">
              <a:solidFill>
                <a:prstClr val="white"/>
              </a:solidFill>
            </a:endParaRPr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59AB0280-0966-E452-A500-32E740844027}"/>
              </a:ext>
            </a:extLst>
          </p:cNvPr>
          <p:cNvSpPr/>
          <p:nvPr/>
        </p:nvSpPr>
        <p:spPr>
          <a:xfrm>
            <a:off x="4000493" y="4752245"/>
            <a:ext cx="1642661" cy="375316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</a:rPr>
              <a:t>ADD</a:t>
            </a:r>
            <a:endParaRPr lang="en-IN" sz="1200" b="1" dirty="0">
              <a:solidFill>
                <a:prstClr val="white"/>
              </a:solidFill>
            </a:endParaRPr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E8EFCA4B-D26A-02D2-49F5-63E395638B45}"/>
              </a:ext>
            </a:extLst>
          </p:cNvPr>
          <p:cNvSpPr/>
          <p:nvPr/>
        </p:nvSpPr>
        <p:spPr>
          <a:xfrm rot="5400000" flipV="1">
            <a:off x="602881" y="2656628"/>
            <a:ext cx="4291417" cy="462435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</a:rPr>
              <a:t>DIRECTION OF COMPUTATION</a:t>
            </a:r>
            <a:endParaRPr lang="en-IN" sz="1200" b="1" dirty="0">
              <a:solidFill>
                <a:prstClr val="white"/>
              </a:solidFill>
            </a:endParaRP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8E32A54E-2949-5BAB-6791-0ED2085F07F9}"/>
              </a:ext>
            </a:extLst>
          </p:cNvPr>
          <p:cNvSpPr txBox="1">
            <a:spLocks/>
          </p:cNvSpPr>
          <p:nvPr/>
        </p:nvSpPr>
        <p:spPr>
          <a:xfrm>
            <a:off x="2552700" y="5302256"/>
            <a:ext cx="1764234" cy="327333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dirty="0">
                <a:solidFill>
                  <a:srgbClr val="C00000"/>
                </a:solidFill>
              </a:rPr>
              <a:t>Post Selection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1E7179B4-249D-F270-7604-273400B2636F}"/>
              </a:ext>
            </a:extLst>
          </p:cNvPr>
          <p:cNvSpPr txBox="1">
            <a:spLocks/>
          </p:cNvSpPr>
          <p:nvPr/>
        </p:nvSpPr>
        <p:spPr>
          <a:xfrm>
            <a:off x="3243392" y="5711320"/>
            <a:ext cx="5705213" cy="327333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600" dirty="0">
                <a:solidFill>
                  <a:srgbClr val="C00000"/>
                </a:solidFill>
              </a:rPr>
              <a:t>When ancilla is measured as 0, we have our overlap add as the quantum state on remaining qubits: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0EB59398-AB9F-3D2B-04DA-CFB1E07DB225}"/>
              </a:ext>
            </a:extLst>
          </p:cNvPr>
          <p:cNvSpPr txBox="1">
            <a:spLocks/>
          </p:cNvSpPr>
          <p:nvPr/>
        </p:nvSpPr>
        <p:spPr>
          <a:xfrm>
            <a:off x="9480523" y="1278648"/>
            <a:ext cx="2424093" cy="327333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dirty="0">
                <a:solidFill>
                  <a:srgbClr val="C00000"/>
                </a:solidFill>
              </a:rPr>
              <a:t># Zero Padded if length not a power of 2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CE8D2441-D951-6D0C-CBB8-2A8C1B66331E}"/>
              </a:ext>
            </a:extLst>
          </p:cNvPr>
          <p:cNvSpPr txBox="1">
            <a:spLocks/>
          </p:cNvSpPr>
          <p:nvPr/>
        </p:nvSpPr>
        <p:spPr>
          <a:xfrm>
            <a:off x="9280225" y="836322"/>
            <a:ext cx="2258631" cy="327333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dirty="0">
                <a:solidFill>
                  <a:srgbClr val="C00000"/>
                </a:solidFill>
              </a:rPr>
              <a:t># Two Conv o/p arrays</a:t>
            </a: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8C0401B6-E2D7-1F3A-79AD-935A89985D23}"/>
              </a:ext>
            </a:extLst>
          </p:cNvPr>
          <p:cNvSpPr txBox="1">
            <a:spLocks/>
          </p:cNvSpPr>
          <p:nvPr/>
        </p:nvSpPr>
        <p:spPr>
          <a:xfrm>
            <a:off x="9345538" y="1947470"/>
            <a:ext cx="2694061" cy="327333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dirty="0">
                <a:solidFill>
                  <a:srgbClr val="C00000"/>
                </a:solidFill>
              </a:rPr>
              <a:t># Ancilla introduces additional length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55557318-7DE6-7A7F-4CF3-BBB74D390A80}"/>
              </a:ext>
            </a:extLst>
          </p:cNvPr>
          <p:cNvSpPr txBox="1">
            <a:spLocks/>
          </p:cNvSpPr>
          <p:nvPr/>
        </p:nvSpPr>
        <p:spPr>
          <a:xfrm>
            <a:off x="3796156" y="6232012"/>
            <a:ext cx="4599687" cy="308305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u="sng" dirty="0">
                <a:solidFill>
                  <a:srgbClr val="C00000"/>
                </a:solidFill>
              </a:rPr>
              <a:t>7.  [a1, a2, a3</a:t>
            </a:r>
            <a:r>
              <a:rPr lang="en-US" sz="1400" u="sng" dirty="0">
                <a:solidFill>
                  <a:srgbClr val="00B050"/>
                </a:solidFill>
              </a:rPr>
              <a:t> + b1</a:t>
            </a:r>
            <a:r>
              <a:rPr lang="en-US" sz="1400" u="sng" dirty="0">
                <a:solidFill>
                  <a:srgbClr val="C00000"/>
                </a:solidFill>
              </a:rPr>
              <a:t>, a4</a:t>
            </a:r>
            <a:r>
              <a:rPr lang="en-US" sz="1400" u="sng" dirty="0">
                <a:solidFill>
                  <a:srgbClr val="00B050"/>
                </a:solidFill>
              </a:rPr>
              <a:t> + b2</a:t>
            </a:r>
            <a:r>
              <a:rPr lang="en-US" sz="1400" u="sng" dirty="0">
                <a:solidFill>
                  <a:srgbClr val="C00000"/>
                </a:solidFill>
              </a:rPr>
              <a:t>,</a:t>
            </a:r>
            <a:r>
              <a:rPr lang="en-US" sz="1400" u="sng" dirty="0">
                <a:solidFill>
                  <a:srgbClr val="00B050"/>
                </a:solidFill>
              </a:rPr>
              <a:t>   </a:t>
            </a:r>
            <a:r>
              <a:rPr lang="en-US" sz="1400" u="sng" dirty="0">
                <a:solidFill>
                  <a:schemeClr val="accent4"/>
                </a:solidFill>
              </a:rPr>
              <a:t>0 + </a:t>
            </a:r>
            <a:r>
              <a:rPr lang="en-US" sz="1400" u="sng" dirty="0">
                <a:solidFill>
                  <a:srgbClr val="00B050"/>
                </a:solidFill>
              </a:rPr>
              <a:t>b3</a:t>
            </a:r>
            <a:r>
              <a:rPr lang="en-US" sz="1400" u="sng" dirty="0">
                <a:solidFill>
                  <a:schemeClr val="accent4"/>
                </a:solidFill>
              </a:rPr>
              <a:t>,   0</a:t>
            </a:r>
            <a:r>
              <a:rPr lang="en-US" sz="1400" u="sng" dirty="0">
                <a:solidFill>
                  <a:srgbClr val="00B050"/>
                </a:solidFill>
              </a:rPr>
              <a:t> + b4</a:t>
            </a:r>
            <a:r>
              <a:rPr lang="en-US" sz="1400" u="sng" dirty="0">
                <a:solidFill>
                  <a:schemeClr val="accent4"/>
                </a:solidFill>
              </a:rPr>
              <a:t>,   0,   0]</a:t>
            </a: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78C4B392-B37B-0145-FF39-90F52A53A390}"/>
              </a:ext>
            </a:extLst>
          </p:cNvPr>
          <p:cNvSpPr txBox="1">
            <a:spLocks/>
          </p:cNvSpPr>
          <p:nvPr/>
        </p:nvSpPr>
        <p:spPr>
          <a:xfrm>
            <a:off x="9468259" y="4122812"/>
            <a:ext cx="2694061" cy="327333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dirty="0">
                <a:solidFill>
                  <a:srgbClr val="C00000"/>
                </a:solidFill>
              </a:rPr>
              <a:t># Controlled Permutation matrix</a:t>
            </a: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CEF88F23-5175-2338-815D-6F04D1DF7E48}"/>
              </a:ext>
            </a:extLst>
          </p:cNvPr>
          <p:cNvSpPr txBox="1">
            <a:spLocks/>
          </p:cNvSpPr>
          <p:nvPr/>
        </p:nvSpPr>
        <p:spPr>
          <a:xfrm>
            <a:off x="10230259" y="4903346"/>
            <a:ext cx="786084" cy="327333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dirty="0">
                <a:solidFill>
                  <a:srgbClr val="C00000"/>
                </a:solidFill>
              </a:rPr>
              <a:t># SUM</a:t>
            </a: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3342BB7A-E24F-EA53-9780-586C33098072}"/>
              </a:ext>
            </a:extLst>
          </p:cNvPr>
          <p:cNvSpPr txBox="1">
            <a:spLocks/>
          </p:cNvSpPr>
          <p:nvPr/>
        </p:nvSpPr>
        <p:spPr>
          <a:xfrm>
            <a:off x="10347824" y="5279279"/>
            <a:ext cx="1278119" cy="327333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dirty="0">
                <a:solidFill>
                  <a:srgbClr val="C00000"/>
                </a:solidFill>
              </a:rPr>
              <a:t># DIFFERENCE</a:t>
            </a:r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4526B5C7-B6DE-D067-1B80-4E531B080B1B}"/>
              </a:ext>
            </a:extLst>
          </p:cNvPr>
          <p:cNvSpPr txBox="1">
            <a:spLocks/>
          </p:cNvSpPr>
          <p:nvPr/>
        </p:nvSpPr>
        <p:spPr>
          <a:xfrm>
            <a:off x="9468258" y="6212984"/>
            <a:ext cx="2694061" cy="327333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dirty="0">
                <a:solidFill>
                  <a:srgbClr val="C00000"/>
                </a:solidFill>
              </a:rPr>
              <a:t># Probability factor of 1/sqrt(2)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E8EB93A-B1B5-3E2A-5BC0-22678E654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66800" y="6326533"/>
            <a:ext cx="2971800" cy="531467"/>
          </a:xfrm>
        </p:spPr>
        <p:txBody>
          <a:bodyPr/>
          <a:lstStyle/>
          <a:p>
            <a:r>
              <a:rPr lang="en-US" dirty="0"/>
              <a:t>© 2025 DOLBY | UTS |  ICASSP</a:t>
            </a:r>
          </a:p>
        </p:txBody>
      </p:sp>
    </p:spTree>
    <p:extLst>
      <p:ext uri="{BB962C8B-B14F-4D97-AF65-F5344CB8AC3E}">
        <p14:creationId xmlns:p14="http://schemas.microsoft.com/office/powerpoint/2010/main" val="1245648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2866"/>
    </mc:Choice>
    <mc:Fallback xmlns="">
      <p:transition spd="slow" advTm="132866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EBF42F7-6D64-C34A-2F0D-8509A4065B03}"/>
              </a:ext>
            </a:extLst>
          </p:cNvPr>
          <p:cNvSpPr txBox="1">
            <a:spLocks/>
          </p:cNvSpPr>
          <p:nvPr/>
        </p:nvSpPr>
        <p:spPr>
          <a:xfrm>
            <a:off x="0" y="531466"/>
            <a:ext cx="12192000" cy="294845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u="sng" dirty="0"/>
              <a:t>Quantum Reconstruction algorithm:</a:t>
            </a:r>
            <a:r>
              <a:rPr lang="en-US" sz="2000" dirty="0"/>
              <a:t> Overlap-Add circuit Output</a:t>
            </a:r>
            <a:endParaRPr lang="en-US" sz="2000" u="sng" dirty="0"/>
          </a:p>
        </p:txBody>
      </p:sp>
      <p:pic>
        <p:nvPicPr>
          <p:cNvPr id="7" name="Picture 6" descr="A graph showing a graph&#10;&#10;Description automatically generated with medium confidence">
            <a:extLst>
              <a:ext uri="{FF2B5EF4-FFF2-40B4-BE49-F238E27FC236}">
                <a16:creationId xmlns:a16="http://schemas.microsoft.com/office/drawing/2014/main" id="{E864920A-B903-5B64-F095-D7B44720210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9" t="6179" r="818" b="11798"/>
          <a:stretch/>
        </p:blipFill>
        <p:spPr>
          <a:xfrm>
            <a:off x="-18080" y="2118238"/>
            <a:ext cx="12173920" cy="2621523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4676CB98-2910-7662-D12D-10F039018FB3}"/>
              </a:ext>
            </a:extLst>
          </p:cNvPr>
          <p:cNvSpPr txBox="1">
            <a:spLocks/>
          </p:cNvSpPr>
          <p:nvPr/>
        </p:nvSpPr>
        <p:spPr>
          <a:xfrm>
            <a:off x="2087603" y="4911433"/>
            <a:ext cx="7456991" cy="327333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600" dirty="0">
                <a:solidFill>
                  <a:srgbClr val="C00000"/>
                </a:solidFill>
              </a:rPr>
              <a:t># Implemented with </a:t>
            </a:r>
            <a:r>
              <a:rPr lang="en-US" sz="1600" dirty="0" err="1">
                <a:solidFill>
                  <a:srgbClr val="C00000"/>
                </a:solidFill>
              </a:rPr>
              <a:t>Qiskit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FF10B67-2673-9818-A31B-EE64C7ABF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66800" y="6326533"/>
            <a:ext cx="2971800" cy="531467"/>
          </a:xfrm>
        </p:spPr>
        <p:txBody>
          <a:bodyPr/>
          <a:lstStyle/>
          <a:p>
            <a:r>
              <a:rPr lang="en-US" dirty="0"/>
              <a:t>© 2025 DOLBY | UTS |  ICASSP</a:t>
            </a:r>
          </a:p>
        </p:txBody>
      </p:sp>
    </p:spTree>
    <p:extLst>
      <p:ext uri="{BB962C8B-B14F-4D97-AF65-F5344CB8AC3E}">
        <p14:creationId xmlns:p14="http://schemas.microsoft.com/office/powerpoint/2010/main" val="991405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149"/>
    </mc:Choice>
    <mc:Fallback xmlns="">
      <p:transition spd="slow" advTm="17149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15F430-F1AC-36F0-A427-55662F765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6EB63-47CB-42A9-BE06-570AF14B67EA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E8865B-54C0-1FC1-73D1-1769BB242D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FULL Quantum RECONSTRUCTION ALGORITHM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A6A8AE7-803E-C77F-2683-4EADD9BFF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66800" y="6326533"/>
            <a:ext cx="2971800" cy="531467"/>
          </a:xfrm>
        </p:spPr>
        <p:txBody>
          <a:bodyPr/>
          <a:lstStyle/>
          <a:p>
            <a:r>
              <a:rPr lang="en-US" dirty="0"/>
              <a:t>© 2025 DOLBY | UTS |  ICASSP</a:t>
            </a:r>
          </a:p>
        </p:txBody>
      </p:sp>
    </p:spTree>
    <p:extLst>
      <p:ext uri="{BB962C8B-B14F-4D97-AF65-F5344CB8AC3E}">
        <p14:creationId xmlns:p14="http://schemas.microsoft.com/office/powerpoint/2010/main" val="254539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63"/>
    </mc:Choice>
    <mc:Fallback xmlns="">
      <p:transition spd="slow" advTm="4163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sound wave&#10;&#10;Description automatically generated">
            <a:extLst>
              <a:ext uri="{FF2B5EF4-FFF2-40B4-BE49-F238E27FC236}">
                <a16:creationId xmlns:a16="http://schemas.microsoft.com/office/drawing/2014/main" id="{EFDB912F-5951-73AA-C74B-AAF23D5D656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0" r="4539" b="61478"/>
          <a:stretch/>
        </p:blipFill>
        <p:spPr>
          <a:xfrm>
            <a:off x="0" y="2852964"/>
            <a:ext cx="2786743" cy="1152072"/>
          </a:xfrm>
          <a:prstGeom prst="rect">
            <a:avLst/>
          </a:prstGeom>
        </p:spPr>
      </p:pic>
      <p:pic>
        <p:nvPicPr>
          <p:cNvPr id="4" name="Content Placeholder 6" descr="A diagram of a circuit board&#10;&#10;Description automatically generated">
            <a:extLst>
              <a:ext uri="{FF2B5EF4-FFF2-40B4-BE49-F238E27FC236}">
                <a16:creationId xmlns:a16="http://schemas.microsoft.com/office/drawing/2014/main" id="{A4C54B4D-179F-4F6C-4ACE-6384BCC78A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33" t="6145" b="6785"/>
          <a:stretch/>
        </p:blipFill>
        <p:spPr>
          <a:xfrm>
            <a:off x="2488268" y="475261"/>
            <a:ext cx="3100664" cy="1598281"/>
          </a:xfrm>
        </p:spPr>
      </p:pic>
      <p:pic>
        <p:nvPicPr>
          <p:cNvPr id="5" name="Picture 4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09A93765-8DF1-B86A-3B91-93DAA9B5C0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5055989"/>
            <a:ext cx="5583022" cy="797574"/>
          </a:xfrm>
          <a:prstGeom prst="rect">
            <a:avLst/>
          </a:prstGeom>
        </p:spPr>
      </p:pic>
      <p:pic>
        <p:nvPicPr>
          <p:cNvPr id="6" name="Picture 5" descr="A computer screen shot of a computer&#10;&#10;Description automatically generated">
            <a:extLst>
              <a:ext uri="{FF2B5EF4-FFF2-40B4-BE49-F238E27FC236}">
                <a16:creationId xmlns:a16="http://schemas.microsoft.com/office/drawing/2014/main" id="{89184DF9-8122-B26F-DA9C-0CF71082117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26" t="6397" b="5727"/>
          <a:stretch/>
        </p:blipFill>
        <p:spPr>
          <a:xfrm>
            <a:off x="7782321" y="2706232"/>
            <a:ext cx="3506165" cy="1445533"/>
          </a:xfrm>
          <a:prstGeom prst="rect">
            <a:avLst/>
          </a:prstGeom>
        </p:spPr>
      </p:pic>
      <p:pic>
        <p:nvPicPr>
          <p:cNvPr id="9" name="Picture 8" descr="A graph showing a graph&#10;&#10;Description automatically generated with medium confidence">
            <a:extLst>
              <a:ext uri="{FF2B5EF4-FFF2-40B4-BE49-F238E27FC236}">
                <a16:creationId xmlns:a16="http://schemas.microsoft.com/office/drawing/2014/main" id="{A519A424-5875-EB64-7751-35151C01E5A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9" t="17373" r="11724" b="11798"/>
          <a:stretch/>
        </p:blipFill>
        <p:spPr>
          <a:xfrm rot="5400000">
            <a:off x="9585646" y="2977243"/>
            <a:ext cx="4309194" cy="903513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59DF2F16-40BB-E679-23F0-5DE5603D88B5}"/>
              </a:ext>
            </a:extLst>
          </p:cNvPr>
          <p:cNvSpPr txBox="1">
            <a:spLocks/>
          </p:cNvSpPr>
          <p:nvPr/>
        </p:nvSpPr>
        <p:spPr>
          <a:xfrm>
            <a:off x="3251495" y="2150411"/>
            <a:ext cx="1574209" cy="327333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dirty="0">
                <a:solidFill>
                  <a:srgbClr val="C00000"/>
                </a:solidFill>
              </a:rPr>
              <a:t>Filter as a Register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5820443-9351-0511-002C-6410A84BF4E4}"/>
              </a:ext>
            </a:extLst>
          </p:cNvPr>
          <p:cNvSpPr txBox="1">
            <a:spLocks/>
          </p:cNvSpPr>
          <p:nvPr/>
        </p:nvSpPr>
        <p:spPr>
          <a:xfrm>
            <a:off x="3021296" y="4784459"/>
            <a:ext cx="2034608" cy="327333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dirty="0">
                <a:solidFill>
                  <a:srgbClr val="C00000"/>
                </a:solidFill>
              </a:rPr>
              <a:t>Filter as a unitary Gate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FD2052D-60B2-4C79-A684-5378EBA93CB2}"/>
              </a:ext>
            </a:extLst>
          </p:cNvPr>
          <p:cNvSpPr txBox="1">
            <a:spLocks/>
          </p:cNvSpPr>
          <p:nvPr/>
        </p:nvSpPr>
        <p:spPr>
          <a:xfrm>
            <a:off x="606266" y="4081905"/>
            <a:ext cx="1574209" cy="327333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dirty="0">
                <a:solidFill>
                  <a:srgbClr val="C00000"/>
                </a:solidFill>
              </a:rPr>
              <a:t>Windowing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E85E595-E127-9C38-206C-B1214A99F9CB}"/>
              </a:ext>
            </a:extLst>
          </p:cNvPr>
          <p:cNvSpPr txBox="1">
            <a:spLocks/>
          </p:cNvSpPr>
          <p:nvPr/>
        </p:nvSpPr>
        <p:spPr>
          <a:xfrm>
            <a:off x="8593183" y="4245571"/>
            <a:ext cx="2032912" cy="327333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dirty="0">
                <a:solidFill>
                  <a:srgbClr val="C00000"/>
                </a:solidFill>
              </a:rPr>
              <a:t>Quantum Overlap-Add</a:t>
            </a:r>
          </a:p>
        </p:txBody>
      </p:sp>
      <p:sp>
        <p:nvSpPr>
          <p:cNvPr id="14" name="Left-up Arrow 13">
            <a:extLst>
              <a:ext uri="{FF2B5EF4-FFF2-40B4-BE49-F238E27FC236}">
                <a16:creationId xmlns:a16="http://schemas.microsoft.com/office/drawing/2014/main" id="{EA3CF9A5-746B-E54E-F31F-AAE6501E0D91}"/>
              </a:ext>
            </a:extLst>
          </p:cNvPr>
          <p:cNvSpPr/>
          <p:nvPr/>
        </p:nvSpPr>
        <p:spPr>
          <a:xfrm rot="8376044">
            <a:off x="2839055" y="2924018"/>
            <a:ext cx="850392" cy="850392"/>
          </a:xfrm>
          <a:prstGeom prst="leftUpArrow">
            <a:avLst/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200" dirty="0" err="1">
              <a:latin typeface="+mj-lt"/>
            </a:endParaRP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BB5FC929-4E71-EF64-B447-4F612F9B73F3}"/>
              </a:ext>
            </a:extLst>
          </p:cNvPr>
          <p:cNvSpPr/>
          <p:nvPr/>
        </p:nvSpPr>
        <p:spPr>
          <a:xfrm rot="2755771">
            <a:off x="4434839" y="2606314"/>
            <a:ext cx="978408" cy="484632"/>
          </a:xfrm>
          <a:prstGeom prst="rightArrow">
            <a:avLst/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200" dirty="0" err="1">
              <a:latin typeface="+mj-lt"/>
            </a:endParaRPr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5265A2E4-F3FB-B949-445A-E017ED04E56B}"/>
              </a:ext>
            </a:extLst>
          </p:cNvPr>
          <p:cNvSpPr/>
          <p:nvPr/>
        </p:nvSpPr>
        <p:spPr>
          <a:xfrm rot="18780763">
            <a:off x="4462888" y="3827539"/>
            <a:ext cx="978408" cy="484632"/>
          </a:xfrm>
          <a:prstGeom prst="rightArrow">
            <a:avLst/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200" dirty="0" err="1">
              <a:latin typeface="+mj-lt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97D5E45-7D51-68B8-C7A4-75E719B344D8}"/>
              </a:ext>
            </a:extLst>
          </p:cNvPr>
          <p:cNvSpPr txBox="1">
            <a:spLocks/>
          </p:cNvSpPr>
          <p:nvPr/>
        </p:nvSpPr>
        <p:spPr>
          <a:xfrm>
            <a:off x="4760122" y="3349159"/>
            <a:ext cx="1574209" cy="182376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b="1" u="sng" dirty="0">
                <a:solidFill>
                  <a:srgbClr val="C00000"/>
                </a:solidFill>
              </a:rPr>
              <a:t>Convolution O/P</a:t>
            </a:r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F03E864F-79A1-A9F3-8A5F-3249E6DA49DB}"/>
              </a:ext>
            </a:extLst>
          </p:cNvPr>
          <p:cNvSpPr/>
          <p:nvPr/>
        </p:nvSpPr>
        <p:spPr>
          <a:xfrm>
            <a:off x="6327387" y="3256736"/>
            <a:ext cx="1447990" cy="373804"/>
          </a:xfrm>
          <a:prstGeom prst="rightArrow">
            <a:avLst/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chemeClr val="tx1"/>
                </a:solidFill>
                <a:latin typeface="+mj-lt"/>
              </a:rPr>
              <a:t>Classical Data</a:t>
            </a:r>
            <a:endParaRPr lang="en-US" sz="1200" dirty="0">
              <a:latin typeface="+mj-lt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69BD988-6BE2-B88F-9957-6ADB9A162AA1}"/>
              </a:ext>
            </a:extLst>
          </p:cNvPr>
          <p:cNvSpPr txBox="1">
            <a:spLocks/>
          </p:cNvSpPr>
          <p:nvPr/>
        </p:nvSpPr>
        <p:spPr>
          <a:xfrm>
            <a:off x="0" y="6056093"/>
            <a:ext cx="12192000" cy="327333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600" dirty="0">
                <a:solidFill>
                  <a:srgbClr val="C00000"/>
                </a:solidFill>
              </a:rPr>
              <a:t># For N qubit window each we need total </a:t>
            </a:r>
            <a:r>
              <a:rPr lang="en-US" sz="1600" b="1" u="sng" dirty="0">
                <a:solidFill>
                  <a:srgbClr val="C00000"/>
                </a:solidFill>
              </a:rPr>
              <a:t>3(N+1) Qubits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23ECE5C-77A6-CAA8-3ACF-6D88A20A2004}"/>
              </a:ext>
            </a:extLst>
          </p:cNvPr>
          <p:cNvSpPr txBox="1">
            <a:spLocks/>
          </p:cNvSpPr>
          <p:nvPr/>
        </p:nvSpPr>
        <p:spPr>
          <a:xfrm>
            <a:off x="0" y="133402"/>
            <a:ext cx="12192000" cy="327333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600" dirty="0">
                <a:solidFill>
                  <a:srgbClr val="C00000"/>
                </a:solidFill>
              </a:rPr>
              <a:t># For N qubit window each we need total </a:t>
            </a:r>
            <a:r>
              <a:rPr lang="en-US" sz="1600" b="1" u="sng" dirty="0">
                <a:solidFill>
                  <a:srgbClr val="C00000"/>
                </a:solidFill>
              </a:rPr>
              <a:t>2(2N+1) Qubits</a:t>
            </a:r>
          </a:p>
        </p:txBody>
      </p:sp>
      <p:sp>
        <p:nvSpPr>
          <p:cNvPr id="19" name="Footer Placeholder 3">
            <a:extLst>
              <a:ext uri="{FF2B5EF4-FFF2-40B4-BE49-F238E27FC236}">
                <a16:creationId xmlns:a16="http://schemas.microsoft.com/office/drawing/2014/main" id="{3ADF0291-A099-3A50-81A9-2B3382604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66800" y="6326533"/>
            <a:ext cx="2971800" cy="531467"/>
          </a:xfrm>
        </p:spPr>
        <p:txBody>
          <a:bodyPr/>
          <a:lstStyle/>
          <a:p>
            <a:r>
              <a:rPr lang="en-US" dirty="0"/>
              <a:t>© 2025 DOLBY | UTS |  ICASSP</a:t>
            </a:r>
          </a:p>
        </p:txBody>
      </p:sp>
    </p:spTree>
    <p:extLst>
      <p:ext uri="{BB962C8B-B14F-4D97-AF65-F5344CB8AC3E}">
        <p14:creationId xmlns:p14="http://schemas.microsoft.com/office/powerpoint/2010/main" val="3167705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602"/>
    </mc:Choice>
    <mc:Fallback xmlns="">
      <p:transition spd="slow" advTm="33602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sound wave&#10;&#10;Description automatically generated">
            <a:extLst>
              <a:ext uri="{FF2B5EF4-FFF2-40B4-BE49-F238E27FC236}">
                <a16:creationId xmlns:a16="http://schemas.microsoft.com/office/drawing/2014/main" id="{EFDB912F-5951-73AA-C74B-AAF23D5D656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0" r="4539" b="61478"/>
          <a:stretch/>
        </p:blipFill>
        <p:spPr>
          <a:xfrm>
            <a:off x="0" y="2852964"/>
            <a:ext cx="2786743" cy="1152072"/>
          </a:xfrm>
          <a:prstGeom prst="rect">
            <a:avLst/>
          </a:prstGeom>
        </p:spPr>
      </p:pic>
      <p:pic>
        <p:nvPicPr>
          <p:cNvPr id="4" name="Content Placeholder 6" descr="A diagram of a circuit board&#10;&#10;Description automatically generated">
            <a:extLst>
              <a:ext uri="{FF2B5EF4-FFF2-40B4-BE49-F238E27FC236}">
                <a16:creationId xmlns:a16="http://schemas.microsoft.com/office/drawing/2014/main" id="{A4C54B4D-179F-4F6C-4ACE-6384BCC78A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33" t="6145" b="6785"/>
          <a:stretch/>
        </p:blipFill>
        <p:spPr>
          <a:xfrm>
            <a:off x="2488268" y="475261"/>
            <a:ext cx="3100664" cy="1598281"/>
          </a:xfrm>
        </p:spPr>
      </p:pic>
      <p:pic>
        <p:nvPicPr>
          <p:cNvPr id="5" name="Picture 4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09A93765-8DF1-B86A-3B91-93DAA9B5C0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5055989"/>
            <a:ext cx="5583022" cy="797574"/>
          </a:xfrm>
          <a:prstGeom prst="rect">
            <a:avLst/>
          </a:prstGeom>
        </p:spPr>
      </p:pic>
      <p:pic>
        <p:nvPicPr>
          <p:cNvPr id="6" name="Picture 5" descr="A computer screen shot of a computer&#10;&#10;Description automatically generated">
            <a:extLst>
              <a:ext uri="{FF2B5EF4-FFF2-40B4-BE49-F238E27FC236}">
                <a16:creationId xmlns:a16="http://schemas.microsoft.com/office/drawing/2014/main" id="{89184DF9-8122-B26F-DA9C-0CF71082117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26" t="6397" b="5727"/>
          <a:stretch/>
        </p:blipFill>
        <p:spPr>
          <a:xfrm>
            <a:off x="7782321" y="2706232"/>
            <a:ext cx="3506165" cy="1445533"/>
          </a:xfrm>
          <a:prstGeom prst="rect">
            <a:avLst/>
          </a:prstGeom>
        </p:spPr>
      </p:pic>
      <p:pic>
        <p:nvPicPr>
          <p:cNvPr id="9" name="Picture 8" descr="A graph showing a graph&#10;&#10;Description automatically generated with medium confidence">
            <a:extLst>
              <a:ext uri="{FF2B5EF4-FFF2-40B4-BE49-F238E27FC236}">
                <a16:creationId xmlns:a16="http://schemas.microsoft.com/office/drawing/2014/main" id="{A519A424-5875-EB64-7751-35151C01E5A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9" t="17373" r="11724" b="11798"/>
          <a:stretch/>
        </p:blipFill>
        <p:spPr>
          <a:xfrm rot="5400000">
            <a:off x="9585646" y="2977243"/>
            <a:ext cx="4309194" cy="903513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59DF2F16-40BB-E679-23F0-5DE5603D88B5}"/>
              </a:ext>
            </a:extLst>
          </p:cNvPr>
          <p:cNvSpPr txBox="1">
            <a:spLocks/>
          </p:cNvSpPr>
          <p:nvPr/>
        </p:nvSpPr>
        <p:spPr>
          <a:xfrm>
            <a:off x="3251495" y="2150411"/>
            <a:ext cx="1574209" cy="327333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dirty="0">
                <a:solidFill>
                  <a:srgbClr val="C00000"/>
                </a:solidFill>
              </a:rPr>
              <a:t>Filter as a Register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5820443-9351-0511-002C-6410A84BF4E4}"/>
              </a:ext>
            </a:extLst>
          </p:cNvPr>
          <p:cNvSpPr txBox="1">
            <a:spLocks/>
          </p:cNvSpPr>
          <p:nvPr/>
        </p:nvSpPr>
        <p:spPr>
          <a:xfrm>
            <a:off x="3021296" y="4784459"/>
            <a:ext cx="2034608" cy="327333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dirty="0">
                <a:solidFill>
                  <a:srgbClr val="C00000"/>
                </a:solidFill>
              </a:rPr>
              <a:t>Filter as a unitary Gate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FD2052D-60B2-4C79-A684-5378EBA93CB2}"/>
              </a:ext>
            </a:extLst>
          </p:cNvPr>
          <p:cNvSpPr txBox="1">
            <a:spLocks/>
          </p:cNvSpPr>
          <p:nvPr/>
        </p:nvSpPr>
        <p:spPr>
          <a:xfrm>
            <a:off x="606266" y="4081905"/>
            <a:ext cx="1574209" cy="327333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dirty="0">
                <a:solidFill>
                  <a:srgbClr val="C00000"/>
                </a:solidFill>
              </a:rPr>
              <a:t>Windowing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E85E595-E127-9C38-206C-B1214A99F9CB}"/>
              </a:ext>
            </a:extLst>
          </p:cNvPr>
          <p:cNvSpPr txBox="1">
            <a:spLocks/>
          </p:cNvSpPr>
          <p:nvPr/>
        </p:nvSpPr>
        <p:spPr>
          <a:xfrm>
            <a:off x="8593183" y="4245571"/>
            <a:ext cx="2032912" cy="327333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dirty="0">
                <a:solidFill>
                  <a:srgbClr val="C00000"/>
                </a:solidFill>
              </a:rPr>
              <a:t>Quantum Overlap-Add</a:t>
            </a:r>
          </a:p>
        </p:txBody>
      </p:sp>
      <p:sp>
        <p:nvSpPr>
          <p:cNvPr id="14" name="Left-up Arrow 13">
            <a:extLst>
              <a:ext uri="{FF2B5EF4-FFF2-40B4-BE49-F238E27FC236}">
                <a16:creationId xmlns:a16="http://schemas.microsoft.com/office/drawing/2014/main" id="{EA3CF9A5-746B-E54E-F31F-AAE6501E0D91}"/>
              </a:ext>
            </a:extLst>
          </p:cNvPr>
          <p:cNvSpPr/>
          <p:nvPr/>
        </p:nvSpPr>
        <p:spPr>
          <a:xfrm rot="8376044">
            <a:off x="2839055" y="2924018"/>
            <a:ext cx="850392" cy="850392"/>
          </a:xfrm>
          <a:prstGeom prst="leftUpArrow">
            <a:avLst/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200" dirty="0" err="1">
              <a:latin typeface="+mj-lt"/>
            </a:endParaRP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BB5FC929-4E71-EF64-B447-4F612F9B73F3}"/>
              </a:ext>
            </a:extLst>
          </p:cNvPr>
          <p:cNvSpPr/>
          <p:nvPr/>
        </p:nvSpPr>
        <p:spPr>
          <a:xfrm rot="2755771">
            <a:off x="4434839" y="2606314"/>
            <a:ext cx="978408" cy="484632"/>
          </a:xfrm>
          <a:prstGeom prst="rightArrow">
            <a:avLst/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200" dirty="0" err="1">
              <a:latin typeface="+mj-lt"/>
            </a:endParaRPr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5265A2E4-F3FB-B949-445A-E017ED04E56B}"/>
              </a:ext>
            </a:extLst>
          </p:cNvPr>
          <p:cNvSpPr/>
          <p:nvPr/>
        </p:nvSpPr>
        <p:spPr>
          <a:xfrm rot="18780763">
            <a:off x="4462888" y="3827539"/>
            <a:ext cx="978408" cy="484632"/>
          </a:xfrm>
          <a:prstGeom prst="rightArrow">
            <a:avLst/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200" dirty="0" err="1">
              <a:latin typeface="+mj-lt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97D5E45-7D51-68B8-C7A4-75E719B344D8}"/>
              </a:ext>
            </a:extLst>
          </p:cNvPr>
          <p:cNvSpPr txBox="1">
            <a:spLocks/>
          </p:cNvSpPr>
          <p:nvPr/>
        </p:nvSpPr>
        <p:spPr>
          <a:xfrm>
            <a:off x="4760122" y="3349159"/>
            <a:ext cx="1574209" cy="182376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b="1" u="sng" dirty="0">
                <a:solidFill>
                  <a:srgbClr val="C00000"/>
                </a:solidFill>
              </a:rPr>
              <a:t>Convolution O/P</a:t>
            </a:r>
          </a:p>
        </p:txBody>
      </p:sp>
      <p:sp>
        <p:nvSpPr>
          <p:cNvPr id="19" name="Bent Arrow 18">
            <a:extLst>
              <a:ext uri="{FF2B5EF4-FFF2-40B4-BE49-F238E27FC236}">
                <a16:creationId xmlns:a16="http://schemas.microsoft.com/office/drawing/2014/main" id="{64523532-1D17-9EAA-B198-CDC43465CADA}"/>
              </a:ext>
            </a:extLst>
          </p:cNvPr>
          <p:cNvSpPr/>
          <p:nvPr/>
        </p:nvSpPr>
        <p:spPr>
          <a:xfrm>
            <a:off x="5714685" y="2157228"/>
            <a:ext cx="1001801" cy="1108159"/>
          </a:xfrm>
          <a:prstGeom prst="bentArrow">
            <a:avLst/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200" dirty="0" err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59FC313F-746E-D8B9-DEC4-8C8DEB4C218E}"/>
              </a:ext>
            </a:extLst>
          </p:cNvPr>
          <p:cNvSpPr txBox="1">
            <a:spLocks/>
          </p:cNvSpPr>
          <p:nvPr/>
        </p:nvSpPr>
        <p:spPr>
          <a:xfrm>
            <a:off x="6403788" y="2271482"/>
            <a:ext cx="1574209" cy="182376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dirty="0">
                <a:solidFill>
                  <a:srgbClr val="C00000"/>
                </a:solidFill>
              </a:rPr>
              <a:t>QRAM</a:t>
            </a:r>
          </a:p>
        </p:txBody>
      </p:sp>
      <p:sp>
        <p:nvSpPr>
          <p:cNvPr id="21" name="Bent Arrow 20">
            <a:extLst>
              <a:ext uri="{FF2B5EF4-FFF2-40B4-BE49-F238E27FC236}">
                <a16:creationId xmlns:a16="http://schemas.microsoft.com/office/drawing/2014/main" id="{4228484E-D811-EFA7-0A3D-62407A71823F}"/>
              </a:ext>
            </a:extLst>
          </p:cNvPr>
          <p:cNvSpPr/>
          <p:nvPr/>
        </p:nvSpPr>
        <p:spPr>
          <a:xfrm rot="5400000">
            <a:off x="8014511" y="1876973"/>
            <a:ext cx="464027" cy="1253049"/>
          </a:xfrm>
          <a:prstGeom prst="bentArrow">
            <a:avLst/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200" dirty="0" err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23" name="Bent Arrow 22">
            <a:extLst>
              <a:ext uri="{FF2B5EF4-FFF2-40B4-BE49-F238E27FC236}">
                <a16:creationId xmlns:a16="http://schemas.microsoft.com/office/drawing/2014/main" id="{A44AB91D-7003-D28D-5A5D-10F7E4086F0A}"/>
              </a:ext>
            </a:extLst>
          </p:cNvPr>
          <p:cNvSpPr/>
          <p:nvPr/>
        </p:nvSpPr>
        <p:spPr>
          <a:xfrm>
            <a:off x="7058326" y="997632"/>
            <a:ext cx="1001801" cy="1108159"/>
          </a:xfrm>
          <a:prstGeom prst="bentArrow">
            <a:avLst/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200" dirty="0" err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2AF13D1B-B332-CE1E-495E-002256210123}"/>
              </a:ext>
            </a:extLst>
          </p:cNvPr>
          <p:cNvSpPr txBox="1">
            <a:spLocks/>
          </p:cNvSpPr>
          <p:nvPr/>
        </p:nvSpPr>
        <p:spPr>
          <a:xfrm>
            <a:off x="8130798" y="533605"/>
            <a:ext cx="2532847" cy="464027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>
                <a:solidFill>
                  <a:srgbClr val="C00000"/>
                </a:solidFill>
              </a:rPr>
              <a:t>CHALLENGES:</a:t>
            </a:r>
          </a:p>
          <a:p>
            <a:endParaRPr lang="en-US" sz="1400" dirty="0">
              <a:solidFill>
                <a:srgbClr val="C00000"/>
              </a:solidFill>
            </a:endParaRPr>
          </a:p>
          <a:p>
            <a:pPr marL="342900" indent="-342900">
              <a:buAutoNum type="arabicPeriod"/>
            </a:pPr>
            <a:r>
              <a:rPr lang="en-US" sz="1400" dirty="0">
                <a:solidFill>
                  <a:srgbClr val="C00000"/>
                </a:solidFill>
              </a:rPr>
              <a:t>Need two copies for each window convolution O/P.</a:t>
            </a:r>
          </a:p>
          <a:p>
            <a:pPr marL="342900" indent="-342900">
              <a:buAutoNum type="arabicPeriod"/>
            </a:pPr>
            <a:r>
              <a:rPr lang="en-US" sz="1400" dirty="0">
                <a:solidFill>
                  <a:srgbClr val="C00000"/>
                </a:solidFill>
              </a:rPr>
              <a:t>Different windows have different window norms.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175A1A10-1710-E8BD-F29C-904B7D09D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66800" y="6326533"/>
            <a:ext cx="2971800" cy="531467"/>
          </a:xfrm>
        </p:spPr>
        <p:txBody>
          <a:bodyPr/>
          <a:lstStyle/>
          <a:p>
            <a:r>
              <a:rPr lang="en-US" dirty="0"/>
              <a:t>© 2025 DOLBY | UTS |  ICASSP</a:t>
            </a:r>
          </a:p>
        </p:txBody>
      </p:sp>
    </p:spTree>
    <p:extLst>
      <p:ext uri="{BB962C8B-B14F-4D97-AF65-F5344CB8AC3E}">
        <p14:creationId xmlns:p14="http://schemas.microsoft.com/office/powerpoint/2010/main" val="3802561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436"/>
    </mc:Choice>
    <mc:Fallback xmlns="">
      <p:transition spd="slow" advTm="39436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ABCD39-454F-834F-A0F1-B93572CB2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6EB63-47CB-42A9-BE06-570AF14B67EA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4A2877-37CB-A4DB-3F99-92AB25B35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66800" y="6326533"/>
            <a:ext cx="2971800" cy="531467"/>
          </a:xfrm>
        </p:spPr>
        <p:txBody>
          <a:bodyPr/>
          <a:lstStyle/>
          <a:p>
            <a:r>
              <a:rPr lang="en-US" dirty="0"/>
              <a:t>© 2025 DOLBY | UTS |  ICASSP</a:t>
            </a:r>
          </a:p>
        </p:txBody>
      </p:sp>
      <p:pic>
        <p:nvPicPr>
          <p:cNvPr id="6" name="Picture 5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BFFD859E-A610-6710-01BB-07FC39BE7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850" y="2549236"/>
            <a:ext cx="3143831" cy="1442124"/>
          </a:xfrm>
          <a:prstGeom prst="rect">
            <a:avLst/>
          </a:prstGeom>
        </p:spPr>
      </p:pic>
      <p:pic>
        <p:nvPicPr>
          <p:cNvPr id="8" name="Picture 7" descr="A colorful bird with a blue and red text&#10;&#10;AI-generated content may be incorrect.">
            <a:extLst>
              <a:ext uri="{FF2B5EF4-FFF2-40B4-BE49-F238E27FC236}">
                <a16:creationId xmlns:a16="http://schemas.microsoft.com/office/drawing/2014/main" id="{9D82A6F1-A5B9-BDC4-0F18-A8827898AB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27" r="17939"/>
          <a:stretch/>
        </p:blipFill>
        <p:spPr>
          <a:xfrm>
            <a:off x="8885381" y="2097907"/>
            <a:ext cx="2662970" cy="2106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427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595"/>
    </mc:Choice>
    <mc:Fallback xmlns="">
      <p:transition spd="slow" advTm="20595"/>
    </mc:Fallback>
  </mc:AlternateContent>
</p:sld>
</file>

<file path=ppt/theme/theme1.xml><?xml version="1.0" encoding="utf-8"?>
<a:theme xmlns:a="http://schemas.openxmlformats.org/drawingml/2006/main" name="Dolby 2020">
  <a:themeElements>
    <a:clrScheme name="Dolby June 2020">
      <a:dk1>
        <a:srgbClr val="000000"/>
      </a:dk1>
      <a:lt1>
        <a:srgbClr val="FFFFFF"/>
      </a:lt1>
      <a:dk2>
        <a:srgbClr val="4D5963"/>
      </a:dk2>
      <a:lt2>
        <a:srgbClr val="E7E6E6"/>
      </a:lt2>
      <a:accent1>
        <a:srgbClr val="00B5E6"/>
      </a:accent1>
      <a:accent2>
        <a:srgbClr val="B924FF"/>
      </a:accent2>
      <a:accent3>
        <a:srgbClr val="FF7300"/>
      </a:accent3>
      <a:accent4>
        <a:srgbClr val="3B48FE"/>
      </a:accent4>
      <a:accent5>
        <a:srgbClr val="FFD000"/>
      </a:accent5>
      <a:accent6>
        <a:srgbClr val="FB3E79"/>
      </a:accent6>
      <a:hlink>
        <a:srgbClr val="00B5E1"/>
      </a:hlink>
      <a:folHlink>
        <a:srgbClr val="FF7300"/>
      </a:folHlink>
    </a:clrScheme>
    <a:fontScheme name="Dolby">
      <a:majorFont>
        <a:latin typeface="Avenir Next LT Pro Demi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/>
        </a:solidFill>
        <a:ln>
          <a:noFill/>
        </a:ln>
      </a:spPr>
      <a:bodyPr rtlCol="0" anchor="ctr"/>
      <a:lstStyle>
        <a:defPPr algn="ctr">
          <a:lnSpc>
            <a:spcPct val="100000"/>
          </a:lnSpc>
          <a:defRPr sz="1200" dirty="0" err="1" smtClean="0"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41DF8BE0-79CA-453C-95B7-EEE9649A6166}" vid="{DD3C528B-4019-4928-8C66-C86135CF62BF}"/>
    </a:ext>
  </a:extLst>
</a:theme>
</file>

<file path=ppt/theme/theme2.xml><?xml version="1.0" encoding="utf-8"?>
<a:theme xmlns:a="http://schemas.openxmlformats.org/drawingml/2006/main" name="Office Theme">
  <a:themeElements>
    <a:clrScheme name="Dolby NEW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DCFF"/>
      </a:accent1>
      <a:accent2>
        <a:srgbClr val="7500FF"/>
      </a:accent2>
      <a:accent3>
        <a:srgbClr val="FF7800"/>
      </a:accent3>
      <a:accent4>
        <a:srgbClr val="0041FF"/>
      </a:accent4>
      <a:accent5>
        <a:srgbClr val="FFE100"/>
      </a:accent5>
      <a:accent6>
        <a:srgbClr val="F52493"/>
      </a:accent6>
      <a:hlink>
        <a:srgbClr val="67FE99"/>
      </a:hlink>
      <a:folHlink>
        <a:srgbClr val="65A879"/>
      </a:folHlink>
    </a:clrScheme>
    <a:fontScheme name="Dolby">
      <a:majorFont>
        <a:latin typeface="Avenir Next LT Pro Demi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Dolby NEW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DCFF"/>
      </a:accent1>
      <a:accent2>
        <a:srgbClr val="7500FF"/>
      </a:accent2>
      <a:accent3>
        <a:srgbClr val="FF7800"/>
      </a:accent3>
      <a:accent4>
        <a:srgbClr val="0041FF"/>
      </a:accent4>
      <a:accent5>
        <a:srgbClr val="FFE100"/>
      </a:accent5>
      <a:accent6>
        <a:srgbClr val="F52493"/>
      </a:accent6>
      <a:hlink>
        <a:srgbClr val="67FE99"/>
      </a:hlink>
      <a:folHlink>
        <a:srgbClr val="65A879"/>
      </a:folHlink>
    </a:clrScheme>
    <a:fontScheme name="Dolby">
      <a:majorFont>
        <a:latin typeface="Avenir Next LT Pro Demi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DLB_PPT_Tmplt_16x9_v01_200601</Template>
  <TotalTime>205434</TotalTime>
  <Words>1386</Words>
  <Application>Microsoft Office PowerPoint</Application>
  <PresentationFormat>Widescreen</PresentationFormat>
  <Paragraphs>215</Paragraphs>
  <Slides>25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Avenir Next LT Pro</vt:lpstr>
      <vt:lpstr>Avenir Next LT Pro Demi</vt:lpstr>
      <vt:lpstr>AvenirNext LT Pro Regular</vt:lpstr>
      <vt:lpstr>Dolby 2020</vt:lpstr>
      <vt:lpstr>Short-time quantum Fourier transform processing  ICASSP 2025 (Hyderabad, India)</vt:lpstr>
      <vt:lpstr>PowerPoint Presentation</vt:lpstr>
      <vt:lpstr>STFT</vt:lpstr>
      <vt:lpstr>QWFT (mod)</vt:lpstr>
      <vt:lpstr>PowerPoint Presentation</vt:lpstr>
      <vt:lpstr>PowerPoint Presentation</vt:lpstr>
      <vt:lpstr>PowerPoint Presentation</vt:lpstr>
      <vt:lpstr>PowerPoint Presentation</vt:lpstr>
      <vt:lpstr>WINDOWED STATE</vt:lpstr>
      <vt:lpstr>WINDOWED STATE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WINDOWED STATE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Dolby Momentum</dc:title>
  <dc:creator>Mike Macasero</dc:creator>
  <cp:lastModifiedBy>Sreeraj Rajindran Nair</cp:lastModifiedBy>
  <cp:revision>1468</cp:revision>
  <dcterms:created xsi:type="dcterms:W3CDTF">2020-06-08T23:30:40Z</dcterms:created>
  <dcterms:modified xsi:type="dcterms:W3CDTF">2025-03-31T12:11:32Z</dcterms:modified>
</cp:coreProperties>
</file>